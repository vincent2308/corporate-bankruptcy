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1.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26"/>
  </p:notesMasterIdLst>
  <p:sldIdLst>
    <p:sldId id="260" r:id="rId3"/>
    <p:sldId id="261" r:id="rId4"/>
    <p:sldId id="279" r:id="rId5"/>
    <p:sldId id="281" r:id="rId6"/>
    <p:sldId id="265" r:id="rId7"/>
    <p:sldId id="283" r:id="rId8"/>
    <p:sldId id="273" r:id="rId9"/>
    <p:sldId id="282" r:id="rId10"/>
    <p:sldId id="280" r:id="rId11"/>
    <p:sldId id="284" r:id="rId12"/>
    <p:sldId id="268" r:id="rId13"/>
    <p:sldId id="264" r:id="rId14"/>
    <p:sldId id="263" r:id="rId15"/>
    <p:sldId id="266" r:id="rId16"/>
    <p:sldId id="267" r:id="rId17"/>
    <p:sldId id="269" r:id="rId18"/>
    <p:sldId id="270" r:id="rId19"/>
    <p:sldId id="271" r:id="rId20"/>
    <p:sldId id="272" r:id="rId21"/>
    <p:sldId id="274" r:id="rId22"/>
    <p:sldId id="277" r:id="rId23"/>
    <p:sldId id="278" r:id="rId24"/>
    <p:sldId id="276" r:id="rId2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0031"/>
    <a:srgbClr val="F0F4FA"/>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0B7C97-70EC-0E4A-A3EA-FC4DD965924F}" v="25" dt="2025-12-09T17:05:21.245"/>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5" autoAdjust="0"/>
    <p:restoredTop sz="94593" autoAdjust="0"/>
  </p:normalViewPr>
  <p:slideViewPr>
    <p:cSldViewPr snapToGrid="0">
      <p:cViewPr>
        <p:scale>
          <a:sx n="96" d="100"/>
          <a:sy n="96" d="100"/>
        </p:scale>
        <p:origin x="2304" y="760"/>
      </p:cViewPr>
      <p:guideLst/>
    </p:cSldViewPr>
  </p:slideViewPr>
  <p:outlineViewPr>
    <p:cViewPr>
      <p:scale>
        <a:sx n="33" d="100"/>
        <a:sy n="33" d="100"/>
      </p:scale>
      <p:origin x="0" y="-26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Smekens" userId="9a51b103-575c-4244-9f0d-742f9f070789" providerId="ADAL" clId="{446A5C84-3418-5635-9D11-FCFE01482326}"/>
    <pc:docChg chg="undo custSel addSld modSld sldOrd">
      <pc:chgData name="Vincent Smekens" userId="9a51b103-575c-4244-9f0d-742f9f070789" providerId="ADAL" clId="{446A5C84-3418-5635-9D11-FCFE01482326}" dt="2025-12-09T17:06:08.309" v="545" actId="20578"/>
      <pc:docMkLst>
        <pc:docMk/>
      </pc:docMkLst>
      <pc:sldChg chg="modSp mod">
        <pc:chgData name="Vincent Smekens" userId="9a51b103-575c-4244-9f0d-742f9f070789" providerId="ADAL" clId="{446A5C84-3418-5635-9D11-FCFE01482326}" dt="2025-12-09T16:35:17.381" v="45" actId="790"/>
        <pc:sldMkLst>
          <pc:docMk/>
          <pc:sldMk cId="2824304723" sldId="260"/>
        </pc:sldMkLst>
        <pc:spChg chg="mod">
          <ac:chgData name="Vincent Smekens" userId="9a51b103-575c-4244-9f0d-742f9f070789" providerId="ADAL" clId="{446A5C84-3418-5635-9D11-FCFE01482326}" dt="2025-12-09T16:35:17.381" v="45" actId="790"/>
          <ac:spMkLst>
            <pc:docMk/>
            <pc:sldMk cId="2824304723" sldId="260"/>
            <ac:spMk id="4" creationId="{2DD18DE1-B3E8-4CD9-8A79-F0B64C97EEA3}"/>
          </ac:spMkLst>
        </pc:spChg>
        <pc:spChg chg="mod">
          <ac:chgData name="Vincent Smekens" userId="9a51b103-575c-4244-9f0d-742f9f070789" providerId="ADAL" clId="{446A5C84-3418-5635-9D11-FCFE01482326}" dt="2025-12-09T16:35:17.381" v="45" actId="790"/>
          <ac:spMkLst>
            <pc:docMk/>
            <pc:sldMk cId="2824304723" sldId="260"/>
            <ac:spMk id="5" creationId="{009E3280-40B5-4265-8CAC-13EF7DA9EB5D}"/>
          </ac:spMkLst>
        </pc:spChg>
        <pc:spChg chg="mod">
          <ac:chgData name="Vincent Smekens" userId="9a51b103-575c-4244-9f0d-742f9f070789" providerId="ADAL" clId="{446A5C84-3418-5635-9D11-FCFE01482326}" dt="2025-12-09T16:35:17.381" v="45" actId="790"/>
          <ac:spMkLst>
            <pc:docMk/>
            <pc:sldMk cId="2824304723" sldId="260"/>
            <ac:spMk id="6" creationId="{748A5D60-7A3C-434B-9B6A-6EE3D4AB27B1}"/>
          </ac:spMkLst>
        </pc:spChg>
        <pc:spChg chg="mod">
          <ac:chgData name="Vincent Smekens" userId="9a51b103-575c-4244-9f0d-742f9f070789" providerId="ADAL" clId="{446A5C84-3418-5635-9D11-FCFE01482326}" dt="2025-12-09T16:35:17.381" v="45" actId="790"/>
          <ac:spMkLst>
            <pc:docMk/>
            <pc:sldMk cId="2824304723" sldId="260"/>
            <ac:spMk id="16" creationId="{AB20F8C8-67F2-4738-BCA4-046C1A67FB06}"/>
          </ac:spMkLst>
        </pc:spChg>
        <pc:spChg chg="mod">
          <ac:chgData name="Vincent Smekens" userId="9a51b103-575c-4244-9f0d-742f9f070789" providerId="ADAL" clId="{446A5C84-3418-5635-9D11-FCFE01482326}" dt="2025-12-09T16:35:17.381" v="45" actId="790"/>
          <ac:spMkLst>
            <pc:docMk/>
            <pc:sldMk cId="2824304723" sldId="260"/>
            <ac:spMk id="17" creationId="{250C0C05-A2C0-4A80-9657-D98A1E783FE3}"/>
          </ac:spMkLst>
        </pc:spChg>
        <pc:spChg chg="mod">
          <ac:chgData name="Vincent Smekens" userId="9a51b103-575c-4244-9f0d-742f9f070789" providerId="ADAL" clId="{446A5C84-3418-5635-9D11-FCFE01482326}" dt="2025-12-09T16:35:17.381" v="45" actId="790"/>
          <ac:spMkLst>
            <pc:docMk/>
            <pc:sldMk cId="2824304723" sldId="260"/>
            <ac:spMk id="20" creationId="{44D2F16A-D1B4-4913-8CA1-29433B7F0530}"/>
          </ac:spMkLst>
        </pc:spChg>
        <pc:spChg chg="mod">
          <ac:chgData name="Vincent Smekens" userId="9a51b103-575c-4244-9f0d-742f9f070789" providerId="ADAL" clId="{446A5C84-3418-5635-9D11-FCFE01482326}" dt="2025-12-09T16:35:17.381" v="45" actId="790"/>
          <ac:spMkLst>
            <pc:docMk/>
            <pc:sldMk cId="2824304723" sldId="260"/>
            <ac:spMk id="22" creationId="{06454FAB-68BC-4149-A6A4-2C878F810352}"/>
          </ac:spMkLst>
        </pc:spChg>
      </pc:sldChg>
      <pc:sldChg chg="modSp mod">
        <pc:chgData name="Vincent Smekens" userId="9a51b103-575c-4244-9f0d-742f9f070789" providerId="ADAL" clId="{446A5C84-3418-5635-9D11-FCFE01482326}" dt="2025-12-09T16:35:17.381" v="45" actId="790"/>
        <pc:sldMkLst>
          <pc:docMk/>
          <pc:sldMk cId="966585377" sldId="261"/>
        </pc:sldMkLst>
        <pc:spChg chg="mod">
          <ac:chgData name="Vincent Smekens" userId="9a51b103-575c-4244-9f0d-742f9f070789" providerId="ADAL" clId="{446A5C84-3418-5635-9D11-FCFE01482326}" dt="2025-12-09T16:35:17.381" v="45" actId="790"/>
          <ac:spMkLst>
            <pc:docMk/>
            <pc:sldMk cId="966585377" sldId="261"/>
            <ac:spMk id="2" creationId="{37B7E1A1-F790-47C0-9356-C5378B7A3A5D}"/>
          </ac:spMkLst>
        </pc:spChg>
        <pc:spChg chg="mod">
          <ac:chgData name="Vincent Smekens" userId="9a51b103-575c-4244-9f0d-742f9f070789" providerId="ADAL" clId="{446A5C84-3418-5635-9D11-FCFE01482326}" dt="2025-12-09T16:35:17.381" v="45" actId="790"/>
          <ac:spMkLst>
            <pc:docMk/>
            <pc:sldMk cId="966585377" sldId="261"/>
            <ac:spMk id="3" creationId="{07D2D730-88C0-4DD8-94A4-7B59683A8698}"/>
          </ac:spMkLst>
        </pc:spChg>
        <pc:spChg chg="mod">
          <ac:chgData name="Vincent Smekens" userId="9a51b103-575c-4244-9f0d-742f9f070789" providerId="ADAL" clId="{446A5C84-3418-5635-9D11-FCFE01482326}" dt="2025-12-09T16:35:17.381" v="45" actId="790"/>
          <ac:spMkLst>
            <pc:docMk/>
            <pc:sldMk cId="966585377" sldId="261"/>
            <ac:spMk id="4" creationId="{9EDF6F3B-1FF9-4B91-A448-23E2406A6B6D}"/>
          </ac:spMkLst>
        </pc:spChg>
        <pc:spChg chg="mod">
          <ac:chgData name="Vincent Smekens" userId="9a51b103-575c-4244-9f0d-742f9f070789" providerId="ADAL" clId="{446A5C84-3418-5635-9D11-FCFE01482326}" dt="2025-12-09T16:35:17.381" v="45" actId="790"/>
          <ac:spMkLst>
            <pc:docMk/>
            <pc:sldMk cId="966585377" sldId="261"/>
            <ac:spMk id="5" creationId="{FC25258D-CEC1-450A-9E3F-DC2325A3848C}"/>
          </ac:spMkLst>
        </pc:spChg>
        <pc:spChg chg="mod">
          <ac:chgData name="Vincent Smekens" userId="9a51b103-575c-4244-9f0d-742f9f070789" providerId="ADAL" clId="{446A5C84-3418-5635-9D11-FCFE01482326}" dt="2025-12-09T16:35:17.381" v="45" actId="790"/>
          <ac:spMkLst>
            <pc:docMk/>
            <pc:sldMk cId="966585377" sldId="261"/>
            <ac:spMk id="6" creationId="{F24D47D8-94B6-4C8A-B9FC-CA5D60BF8CAE}"/>
          </ac:spMkLst>
        </pc:spChg>
        <pc:spChg chg="mod">
          <ac:chgData name="Vincent Smekens" userId="9a51b103-575c-4244-9f0d-742f9f070789" providerId="ADAL" clId="{446A5C84-3418-5635-9D11-FCFE01482326}" dt="2025-12-09T16:35:17.381" v="45" actId="790"/>
          <ac:spMkLst>
            <pc:docMk/>
            <pc:sldMk cId="966585377" sldId="261"/>
            <ac:spMk id="7" creationId="{4B951491-4E3B-40C4-8C83-A0D6F178DE39}"/>
          </ac:spMkLst>
        </pc:spChg>
        <pc:spChg chg="mod">
          <ac:chgData name="Vincent Smekens" userId="9a51b103-575c-4244-9f0d-742f9f070789" providerId="ADAL" clId="{446A5C84-3418-5635-9D11-FCFE01482326}" dt="2025-12-09T16:35:17.381" v="45" actId="790"/>
          <ac:spMkLst>
            <pc:docMk/>
            <pc:sldMk cId="966585377" sldId="261"/>
            <ac:spMk id="8" creationId="{9E40EB59-C6F2-4913-B9A5-14A188F25D6E}"/>
          </ac:spMkLst>
        </pc:spChg>
        <pc:spChg chg="mod">
          <ac:chgData name="Vincent Smekens" userId="9a51b103-575c-4244-9f0d-742f9f070789" providerId="ADAL" clId="{446A5C84-3418-5635-9D11-FCFE01482326}" dt="2025-12-09T16:35:17.381" v="45" actId="790"/>
          <ac:spMkLst>
            <pc:docMk/>
            <pc:sldMk cId="966585377" sldId="261"/>
            <ac:spMk id="9" creationId="{C5FACD82-455C-94E5-4ABA-EE99B14BA592}"/>
          </ac:spMkLst>
        </pc:spChg>
      </pc:sldChg>
      <pc:sldChg chg="modSp mod">
        <pc:chgData name="Vincent Smekens" userId="9a51b103-575c-4244-9f0d-742f9f070789" providerId="ADAL" clId="{446A5C84-3418-5635-9D11-FCFE01482326}" dt="2025-12-09T16:42:08.881" v="241" actId="20577"/>
        <pc:sldMkLst>
          <pc:docMk/>
          <pc:sldMk cId="1787943427" sldId="263"/>
        </pc:sldMkLst>
        <pc:spChg chg="mod">
          <ac:chgData name="Vincent Smekens" userId="9a51b103-575c-4244-9f0d-742f9f070789" providerId="ADAL" clId="{446A5C84-3418-5635-9D11-FCFE01482326}" dt="2025-12-09T16:42:08.881" v="241" actId="20577"/>
          <ac:spMkLst>
            <pc:docMk/>
            <pc:sldMk cId="1787943427" sldId="263"/>
            <ac:spMk id="2" creationId="{B0EE4104-554D-4FF5-8A3B-51A3F48073C1}"/>
          </ac:spMkLst>
        </pc:spChg>
        <pc:spChg chg="mod">
          <ac:chgData name="Vincent Smekens" userId="9a51b103-575c-4244-9f0d-742f9f070789" providerId="ADAL" clId="{446A5C84-3418-5635-9D11-FCFE01482326}" dt="2025-12-09T16:35:17.381" v="45" actId="790"/>
          <ac:spMkLst>
            <pc:docMk/>
            <pc:sldMk cId="1787943427" sldId="263"/>
            <ac:spMk id="3" creationId="{577A3F57-EE3D-4946-89D8-36DFCAAFC3E4}"/>
          </ac:spMkLst>
        </pc:spChg>
        <pc:spChg chg="mod">
          <ac:chgData name="Vincent Smekens" userId="9a51b103-575c-4244-9f0d-742f9f070789" providerId="ADAL" clId="{446A5C84-3418-5635-9D11-FCFE01482326}" dt="2025-12-09T16:35:17.381" v="45" actId="790"/>
          <ac:spMkLst>
            <pc:docMk/>
            <pc:sldMk cId="1787943427" sldId="263"/>
            <ac:spMk id="4" creationId="{CD8EFA5C-276A-4182-9956-DBA1FC63F0A5}"/>
          </ac:spMkLst>
        </pc:spChg>
        <pc:spChg chg="mod">
          <ac:chgData name="Vincent Smekens" userId="9a51b103-575c-4244-9f0d-742f9f070789" providerId="ADAL" clId="{446A5C84-3418-5635-9D11-FCFE01482326}" dt="2025-12-09T16:35:17.381" v="45" actId="790"/>
          <ac:spMkLst>
            <pc:docMk/>
            <pc:sldMk cId="1787943427" sldId="263"/>
            <ac:spMk id="5" creationId="{78E21B75-CC8A-4147-B77B-4001868BCDDA}"/>
          </ac:spMkLst>
        </pc:spChg>
        <pc:spChg chg="mod">
          <ac:chgData name="Vincent Smekens" userId="9a51b103-575c-4244-9f0d-742f9f070789" providerId="ADAL" clId="{446A5C84-3418-5635-9D11-FCFE01482326}" dt="2025-12-09T16:35:17.381" v="45" actId="790"/>
          <ac:spMkLst>
            <pc:docMk/>
            <pc:sldMk cId="1787943427" sldId="263"/>
            <ac:spMk id="6" creationId="{63578491-6FDB-4E47-95E8-E829A8073FDF}"/>
          </ac:spMkLst>
        </pc:spChg>
        <pc:spChg chg="mod">
          <ac:chgData name="Vincent Smekens" userId="9a51b103-575c-4244-9f0d-742f9f070789" providerId="ADAL" clId="{446A5C84-3418-5635-9D11-FCFE01482326}" dt="2025-12-09T16:35:17.381" v="45" actId="790"/>
          <ac:spMkLst>
            <pc:docMk/>
            <pc:sldMk cId="1787943427" sldId="263"/>
            <ac:spMk id="8" creationId="{4AAAAC0F-0566-4A8E-B7C9-3E00AFA5AF0B}"/>
          </ac:spMkLst>
        </pc:spChg>
        <pc:spChg chg="mod">
          <ac:chgData name="Vincent Smekens" userId="9a51b103-575c-4244-9f0d-742f9f070789" providerId="ADAL" clId="{446A5C84-3418-5635-9D11-FCFE01482326}" dt="2025-12-09T16:35:17.381" v="45" actId="790"/>
          <ac:spMkLst>
            <pc:docMk/>
            <pc:sldMk cId="1787943427" sldId="263"/>
            <ac:spMk id="9" creationId="{7D678A1F-C498-480F-9CEA-42A71C49A2A4}"/>
          </ac:spMkLst>
        </pc:spChg>
      </pc:sldChg>
      <pc:sldChg chg="modSp mod">
        <pc:chgData name="Vincent Smekens" userId="9a51b103-575c-4244-9f0d-742f9f070789" providerId="ADAL" clId="{446A5C84-3418-5635-9D11-FCFE01482326}" dt="2025-12-09T16:42:01.496" v="224" actId="20577"/>
        <pc:sldMkLst>
          <pc:docMk/>
          <pc:sldMk cId="1876403607" sldId="264"/>
        </pc:sldMkLst>
        <pc:spChg chg="mod">
          <ac:chgData name="Vincent Smekens" userId="9a51b103-575c-4244-9f0d-742f9f070789" providerId="ADAL" clId="{446A5C84-3418-5635-9D11-FCFE01482326}" dt="2025-12-09T16:35:17.381" v="45" actId="790"/>
          <ac:spMkLst>
            <pc:docMk/>
            <pc:sldMk cId="1876403607" sldId="264"/>
            <ac:spMk id="4" creationId="{56AF1235-5D0B-48D6-B350-C7ACC7BDFACD}"/>
          </ac:spMkLst>
        </pc:spChg>
        <pc:spChg chg="mod">
          <ac:chgData name="Vincent Smekens" userId="9a51b103-575c-4244-9f0d-742f9f070789" providerId="ADAL" clId="{446A5C84-3418-5635-9D11-FCFE01482326}" dt="2025-12-09T16:35:17.381" v="45" actId="790"/>
          <ac:spMkLst>
            <pc:docMk/>
            <pc:sldMk cId="1876403607" sldId="264"/>
            <ac:spMk id="5" creationId="{7EFD9C05-9A6D-450F-9267-DA0618D4F580}"/>
          </ac:spMkLst>
        </pc:spChg>
        <pc:spChg chg="mod">
          <ac:chgData name="Vincent Smekens" userId="9a51b103-575c-4244-9f0d-742f9f070789" providerId="ADAL" clId="{446A5C84-3418-5635-9D11-FCFE01482326}" dt="2025-12-09T16:35:17.381" v="45" actId="790"/>
          <ac:spMkLst>
            <pc:docMk/>
            <pc:sldMk cId="1876403607" sldId="264"/>
            <ac:spMk id="6" creationId="{A4F32EFF-CB34-4939-8856-2B5672435D54}"/>
          </ac:spMkLst>
        </pc:spChg>
        <pc:spChg chg="mod">
          <ac:chgData name="Vincent Smekens" userId="9a51b103-575c-4244-9f0d-742f9f070789" providerId="ADAL" clId="{446A5C84-3418-5635-9D11-FCFE01482326}" dt="2025-12-09T16:35:17.381" v="45" actId="790"/>
          <ac:spMkLst>
            <pc:docMk/>
            <pc:sldMk cId="1876403607" sldId="264"/>
            <ac:spMk id="7" creationId="{F7FCFC2E-45F2-4B0A-BF9E-3BE805022B3F}"/>
          </ac:spMkLst>
        </pc:spChg>
        <pc:spChg chg="mod">
          <ac:chgData name="Vincent Smekens" userId="9a51b103-575c-4244-9f0d-742f9f070789" providerId="ADAL" clId="{446A5C84-3418-5635-9D11-FCFE01482326}" dt="2025-12-09T16:35:17.381" v="45" actId="790"/>
          <ac:spMkLst>
            <pc:docMk/>
            <pc:sldMk cId="1876403607" sldId="264"/>
            <ac:spMk id="8" creationId="{3B8CA7FD-9FBF-4509-AF18-8E85DD0953E2}"/>
          </ac:spMkLst>
        </pc:spChg>
        <pc:spChg chg="mod">
          <ac:chgData name="Vincent Smekens" userId="9a51b103-575c-4244-9f0d-742f9f070789" providerId="ADAL" clId="{446A5C84-3418-5635-9D11-FCFE01482326}" dt="2025-12-09T16:35:17.381" v="45" actId="790"/>
          <ac:spMkLst>
            <pc:docMk/>
            <pc:sldMk cId="1876403607" sldId="264"/>
            <ac:spMk id="9" creationId="{4343A1EE-0FBD-445F-83F6-8AE0CAEE5AA0}"/>
          </ac:spMkLst>
        </pc:spChg>
        <pc:spChg chg="mod">
          <ac:chgData name="Vincent Smekens" userId="9a51b103-575c-4244-9f0d-742f9f070789" providerId="ADAL" clId="{446A5C84-3418-5635-9D11-FCFE01482326}" dt="2025-12-09T16:42:01.496" v="224" actId="20577"/>
          <ac:spMkLst>
            <pc:docMk/>
            <pc:sldMk cId="1876403607" sldId="264"/>
            <ac:spMk id="10" creationId="{39F66E7F-7767-DC79-0BA3-AD8FAE2DBF75}"/>
          </ac:spMkLst>
        </pc:spChg>
      </pc:sldChg>
      <pc:sldChg chg="addSp modSp mod">
        <pc:chgData name="Vincent Smekens" userId="9a51b103-575c-4244-9f0d-742f9f070789" providerId="ADAL" clId="{446A5C84-3418-5635-9D11-FCFE01482326}" dt="2025-12-09T16:58:59.414" v="462" actId="20577"/>
        <pc:sldMkLst>
          <pc:docMk/>
          <pc:sldMk cId="3709406324" sldId="265"/>
        </pc:sldMkLst>
        <pc:spChg chg="mod">
          <ac:chgData name="Vincent Smekens" userId="9a51b103-575c-4244-9f0d-742f9f070789" providerId="ADAL" clId="{446A5C84-3418-5635-9D11-FCFE01482326}" dt="2025-12-09T16:35:17.381" v="45" actId="790"/>
          <ac:spMkLst>
            <pc:docMk/>
            <pc:sldMk cId="3709406324" sldId="265"/>
            <ac:spMk id="2" creationId="{2EA9413D-D3EF-4816-BB67-C7443A81A883}"/>
          </ac:spMkLst>
        </pc:spChg>
        <pc:spChg chg="mod">
          <ac:chgData name="Vincent Smekens" userId="9a51b103-575c-4244-9f0d-742f9f070789" providerId="ADAL" clId="{446A5C84-3418-5635-9D11-FCFE01482326}" dt="2025-12-09T16:58:59.414" v="462" actId="20577"/>
          <ac:spMkLst>
            <pc:docMk/>
            <pc:sldMk cId="3709406324" sldId="265"/>
            <ac:spMk id="3" creationId="{1B54CB05-584C-4707-B6A4-BA3CC8BC2EC9}"/>
          </ac:spMkLst>
        </pc:spChg>
        <pc:spChg chg="mod">
          <ac:chgData name="Vincent Smekens" userId="9a51b103-575c-4244-9f0d-742f9f070789" providerId="ADAL" clId="{446A5C84-3418-5635-9D11-FCFE01482326}" dt="2025-12-09T16:35:17.381" v="45" actId="790"/>
          <ac:spMkLst>
            <pc:docMk/>
            <pc:sldMk cId="3709406324" sldId="265"/>
            <ac:spMk id="4" creationId="{F9502C01-82AF-423F-8643-CBC3896B7F6C}"/>
          </ac:spMkLst>
        </pc:spChg>
        <pc:spChg chg="mod">
          <ac:chgData name="Vincent Smekens" userId="9a51b103-575c-4244-9f0d-742f9f070789" providerId="ADAL" clId="{446A5C84-3418-5635-9D11-FCFE01482326}" dt="2025-12-09T16:35:17.381" v="45" actId="790"/>
          <ac:spMkLst>
            <pc:docMk/>
            <pc:sldMk cId="3709406324" sldId="265"/>
            <ac:spMk id="5" creationId="{625BA418-5B9E-4278-8F6F-3C138A281650}"/>
          </ac:spMkLst>
        </pc:spChg>
        <pc:spChg chg="mod">
          <ac:chgData name="Vincent Smekens" userId="9a51b103-575c-4244-9f0d-742f9f070789" providerId="ADAL" clId="{446A5C84-3418-5635-9D11-FCFE01482326}" dt="2025-12-09T16:35:17.381" v="45" actId="790"/>
          <ac:spMkLst>
            <pc:docMk/>
            <pc:sldMk cId="3709406324" sldId="265"/>
            <ac:spMk id="6" creationId="{2E227A3D-B867-4C5B-82D2-AF8FB707A5F2}"/>
          </ac:spMkLst>
        </pc:spChg>
        <pc:spChg chg="mod">
          <ac:chgData name="Vincent Smekens" userId="9a51b103-575c-4244-9f0d-742f9f070789" providerId="ADAL" clId="{446A5C84-3418-5635-9D11-FCFE01482326}" dt="2025-12-09T16:35:17.381" v="45" actId="790"/>
          <ac:spMkLst>
            <pc:docMk/>
            <pc:sldMk cId="3709406324" sldId="265"/>
            <ac:spMk id="7" creationId="{6517AFEF-5B69-43F3-A286-F8087F5B98E5}"/>
          </ac:spMkLst>
        </pc:spChg>
        <pc:spChg chg="mod">
          <ac:chgData name="Vincent Smekens" userId="9a51b103-575c-4244-9f0d-742f9f070789" providerId="ADAL" clId="{446A5C84-3418-5635-9D11-FCFE01482326}" dt="2025-12-09T16:35:17.381" v="45" actId="790"/>
          <ac:spMkLst>
            <pc:docMk/>
            <pc:sldMk cId="3709406324" sldId="265"/>
            <ac:spMk id="8" creationId="{C156E11C-3C70-4F4E-8139-C97586236411}"/>
          </ac:spMkLst>
        </pc:spChg>
        <pc:spChg chg="add mod">
          <ac:chgData name="Vincent Smekens" userId="9a51b103-575c-4244-9f0d-742f9f070789" providerId="ADAL" clId="{446A5C84-3418-5635-9D11-FCFE01482326}" dt="2025-12-09T16:38:29.607" v="112" actId="767"/>
          <ac:spMkLst>
            <pc:docMk/>
            <pc:sldMk cId="3709406324" sldId="265"/>
            <ac:spMk id="9" creationId="{3E38F81B-203C-7733-A867-126DA74E8917}"/>
          </ac:spMkLst>
        </pc:spChg>
        <pc:spChg chg="mod">
          <ac:chgData name="Vincent Smekens" userId="9a51b103-575c-4244-9f0d-742f9f070789" providerId="ADAL" clId="{446A5C84-3418-5635-9D11-FCFE01482326}" dt="2025-12-09T16:35:17.381" v="45" actId="790"/>
          <ac:spMkLst>
            <pc:docMk/>
            <pc:sldMk cId="3709406324" sldId="265"/>
            <ac:spMk id="10" creationId="{EAF3555D-C4BE-468D-94AE-D9A2BC7A45DA}"/>
          </ac:spMkLst>
        </pc:spChg>
        <pc:spChg chg="add mod">
          <ac:chgData name="Vincent Smekens" userId="9a51b103-575c-4244-9f0d-742f9f070789" providerId="ADAL" clId="{446A5C84-3418-5635-9D11-FCFE01482326}" dt="2025-12-09T16:38:50.147" v="165" actId="767"/>
          <ac:spMkLst>
            <pc:docMk/>
            <pc:sldMk cId="3709406324" sldId="265"/>
            <ac:spMk id="11" creationId="{0029ADC6-C570-65C0-6283-FE7D0449BD19}"/>
          </ac:spMkLst>
        </pc:spChg>
      </pc:sldChg>
      <pc:sldChg chg="modSp mod">
        <pc:chgData name="Vincent Smekens" userId="9a51b103-575c-4244-9f0d-742f9f070789" providerId="ADAL" clId="{446A5C84-3418-5635-9D11-FCFE01482326}" dt="2025-12-09T16:35:17.381" v="45" actId="790"/>
        <pc:sldMkLst>
          <pc:docMk/>
          <pc:sldMk cId="1744980637" sldId="266"/>
        </pc:sldMkLst>
        <pc:spChg chg="mod">
          <ac:chgData name="Vincent Smekens" userId="9a51b103-575c-4244-9f0d-742f9f070789" providerId="ADAL" clId="{446A5C84-3418-5635-9D11-FCFE01482326}" dt="2025-12-09T16:35:17.381" v="45" actId="790"/>
          <ac:spMkLst>
            <pc:docMk/>
            <pc:sldMk cId="1744980637" sldId="266"/>
            <ac:spMk id="3" creationId="{A816A904-45B2-4FAF-81D4-EEBF817E128F}"/>
          </ac:spMkLst>
        </pc:spChg>
        <pc:spChg chg="mod">
          <ac:chgData name="Vincent Smekens" userId="9a51b103-575c-4244-9f0d-742f9f070789" providerId="ADAL" clId="{446A5C84-3418-5635-9D11-FCFE01482326}" dt="2025-12-09T16:35:17.381" v="45" actId="790"/>
          <ac:spMkLst>
            <pc:docMk/>
            <pc:sldMk cId="1744980637" sldId="266"/>
            <ac:spMk id="4" creationId="{66A764BF-086A-4826-ACE0-34F81C859E53}"/>
          </ac:spMkLst>
        </pc:spChg>
        <pc:spChg chg="mod">
          <ac:chgData name="Vincent Smekens" userId="9a51b103-575c-4244-9f0d-742f9f070789" providerId="ADAL" clId="{446A5C84-3418-5635-9D11-FCFE01482326}" dt="2025-12-09T16:35:17.381" v="45" actId="790"/>
          <ac:spMkLst>
            <pc:docMk/>
            <pc:sldMk cId="1744980637" sldId="266"/>
            <ac:spMk id="5" creationId="{FFBF8362-0DF8-4D6A-891E-240360FFAA2B}"/>
          </ac:spMkLst>
        </pc:spChg>
      </pc:sldChg>
      <pc:sldChg chg="modSp mod">
        <pc:chgData name="Vincent Smekens" userId="9a51b103-575c-4244-9f0d-742f9f070789" providerId="ADAL" clId="{446A5C84-3418-5635-9D11-FCFE01482326}" dt="2025-12-09T16:35:17.381" v="45" actId="790"/>
        <pc:sldMkLst>
          <pc:docMk/>
          <pc:sldMk cId="475484432" sldId="267"/>
        </pc:sldMkLst>
        <pc:spChg chg="mod">
          <ac:chgData name="Vincent Smekens" userId="9a51b103-575c-4244-9f0d-742f9f070789" providerId="ADAL" clId="{446A5C84-3418-5635-9D11-FCFE01482326}" dt="2025-12-09T16:35:17.381" v="45" actId="790"/>
          <ac:spMkLst>
            <pc:docMk/>
            <pc:sldMk cId="475484432" sldId="267"/>
            <ac:spMk id="3" creationId="{91443E4F-DAC2-4BEA-94F9-F4B8F6B8BC12}"/>
          </ac:spMkLst>
        </pc:spChg>
        <pc:spChg chg="mod">
          <ac:chgData name="Vincent Smekens" userId="9a51b103-575c-4244-9f0d-742f9f070789" providerId="ADAL" clId="{446A5C84-3418-5635-9D11-FCFE01482326}" dt="2025-12-09T16:35:17.381" v="45" actId="790"/>
          <ac:spMkLst>
            <pc:docMk/>
            <pc:sldMk cId="475484432" sldId="267"/>
            <ac:spMk id="4" creationId="{A4C5D31F-0913-4358-A14D-6714623B14FF}"/>
          </ac:spMkLst>
        </pc:spChg>
      </pc:sldChg>
      <pc:sldChg chg="addSp modSp mod">
        <pc:chgData name="Vincent Smekens" userId="9a51b103-575c-4244-9f0d-742f9f070789" providerId="ADAL" clId="{446A5C84-3418-5635-9D11-FCFE01482326}" dt="2025-12-09T16:35:17.381" v="45" actId="790"/>
        <pc:sldMkLst>
          <pc:docMk/>
          <pc:sldMk cId="2626836997" sldId="268"/>
        </pc:sldMkLst>
        <pc:spChg chg="mod">
          <ac:chgData name="Vincent Smekens" userId="9a51b103-575c-4244-9f0d-742f9f070789" providerId="ADAL" clId="{446A5C84-3418-5635-9D11-FCFE01482326}" dt="2025-12-09T16:35:17.381" v="45" actId="790"/>
          <ac:spMkLst>
            <pc:docMk/>
            <pc:sldMk cId="2626836997" sldId="268"/>
            <ac:spMk id="2" creationId="{80F0960A-E4FC-475C-91A1-F14947900A01}"/>
          </ac:spMkLst>
        </pc:spChg>
        <pc:spChg chg="mod">
          <ac:chgData name="Vincent Smekens" userId="9a51b103-575c-4244-9f0d-742f9f070789" providerId="ADAL" clId="{446A5C84-3418-5635-9D11-FCFE01482326}" dt="2025-12-09T16:35:17.381" v="45" actId="790"/>
          <ac:spMkLst>
            <pc:docMk/>
            <pc:sldMk cId="2626836997" sldId="268"/>
            <ac:spMk id="3" creationId="{9F9A0680-1A14-4A9C-88BF-A9961B304005}"/>
          </ac:spMkLst>
        </pc:spChg>
        <pc:spChg chg="mod">
          <ac:chgData name="Vincent Smekens" userId="9a51b103-575c-4244-9f0d-742f9f070789" providerId="ADAL" clId="{446A5C84-3418-5635-9D11-FCFE01482326}" dt="2025-12-09T16:35:17.381" v="45" actId="790"/>
          <ac:spMkLst>
            <pc:docMk/>
            <pc:sldMk cId="2626836997" sldId="268"/>
            <ac:spMk id="4" creationId="{12E74747-0D36-4E23-87FF-3A75C15B10AF}"/>
          </ac:spMkLst>
        </pc:spChg>
        <pc:spChg chg="add mod">
          <ac:chgData name="Vincent Smekens" userId="9a51b103-575c-4244-9f0d-742f9f070789" providerId="ADAL" clId="{446A5C84-3418-5635-9D11-FCFE01482326}" dt="2025-12-09T16:35:17.381" v="45" actId="790"/>
          <ac:spMkLst>
            <pc:docMk/>
            <pc:sldMk cId="2626836997" sldId="268"/>
            <ac:spMk id="5" creationId="{3C84D680-71D2-119F-75F0-A567CB1B7982}"/>
          </ac:spMkLst>
        </pc:spChg>
        <pc:spChg chg="mod">
          <ac:chgData name="Vincent Smekens" userId="9a51b103-575c-4244-9f0d-742f9f070789" providerId="ADAL" clId="{446A5C84-3418-5635-9D11-FCFE01482326}" dt="2025-12-09T16:35:17.381" v="45" actId="790"/>
          <ac:spMkLst>
            <pc:docMk/>
            <pc:sldMk cId="2626836997" sldId="268"/>
            <ac:spMk id="6" creationId="{3B011CF3-CFFF-49A3-A527-6AEA3776A81F}"/>
          </ac:spMkLst>
        </pc:spChg>
        <pc:spChg chg="add mod">
          <ac:chgData name="Vincent Smekens" userId="9a51b103-575c-4244-9f0d-742f9f070789" providerId="ADAL" clId="{446A5C84-3418-5635-9D11-FCFE01482326}" dt="2025-12-09T16:35:17.381" v="45" actId="790"/>
          <ac:spMkLst>
            <pc:docMk/>
            <pc:sldMk cId="2626836997" sldId="268"/>
            <ac:spMk id="7" creationId="{243ECC37-56DE-6511-A54D-A80653749FCA}"/>
          </ac:spMkLst>
        </pc:spChg>
        <pc:spChg chg="add mod">
          <ac:chgData name="Vincent Smekens" userId="9a51b103-575c-4244-9f0d-742f9f070789" providerId="ADAL" clId="{446A5C84-3418-5635-9D11-FCFE01482326}" dt="2025-12-09T16:35:17.381" v="45" actId="790"/>
          <ac:spMkLst>
            <pc:docMk/>
            <pc:sldMk cId="2626836997" sldId="268"/>
            <ac:spMk id="8" creationId="{21741607-C516-F4B7-6F3B-55F83467F828}"/>
          </ac:spMkLst>
        </pc:spChg>
        <pc:spChg chg="mod">
          <ac:chgData name="Vincent Smekens" userId="9a51b103-575c-4244-9f0d-742f9f070789" providerId="ADAL" clId="{446A5C84-3418-5635-9D11-FCFE01482326}" dt="2025-12-09T16:35:17.381" v="45" actId="790"/>
          <ac:spMkLst>
            <pc:docMk/>
            <pc:sldMk cId="2626836997" sldId="268"/>
            <ac:spMk id="9" creationId="{08A08211-2EB8-4C22-9F65-7949E93CCD0B}"/>
          </ac:spMkLst>
        </pc:spChg>
        <pc:spChg chg="add mod">
          <ac:chgData name="Vincent Smekens" userId="9a51b103-575c-4244-9f0d-742f9f070789" providerId="ADAL" clId="{446A5C84-3418-5635-9D11-FCFE01482326}" dt="2025-12-09T16:35:17.381" v="45" actId="790"/>
          <ac:spMkLst>
            <pc:docMk/>
            <pc:sldMk cId="2626836997" sldId="268"/>
            <ac:spMk id="10" creationId="{6D2A3683-7D4F-F7E9-F8CD-41B151AB01C2}"/>
          </ac:spMkLst>
        </pc:spChg>
      </pc:sldChg>
      <pc:sldChg chg="modSp mod">
        <pc:chgData name="Vincent Smekens" userId="9a51b103-575c-4244-9f0d-742f9f070789" providerId="ADAL" clId="{446A5C84-3418-5635-9D11-FCFE01482326}" dt="2025-12-09T16:35:17.381" v="45" actId="790"/>
        <pc:sldMkLst>
          <pc:docMk/>
          <pc:sldMk cId="568601217" sldId="269"/>
        </pc:sldMkLst>
        <pc:spChg chg="mod">
          <ac:chgData name="Vincent Smekens" userId="9a51b103-575c-4244-9f0d-742f9f070789" providerId="ADAL" clId="{446A5C84-3418-5635-9D11-FCFE01482326}" dt="2025-12-09T16:35:17.381" v="45" actId="790"/>
          <ac:spMkLst>
            <pc:docMk/>
            <pc:sldMk cId="568601217" sldId="269"/>
            <ac:spMk id="2" creationId="{903F9A72-0F2A-4273-BFE1-CA2DE41C1E36}"/>
          </ac:spMkLst>
        </pc:spChg>
        <pc:spChg chg="mod">
          <ac:chgData name="Vincent Smekens" userId="9a51b103-575c-4244-9f0d-742f9f070789" providerId="ADAL" clId="{446A5C84-3418-5635-9D11-FCFE01482326}" dt="2025-12-09T16:35:17.381" v="45" actId="790"/>
          <ac:spMkLst>
            <pc:docMk/>
            <pc:sldMk cId="568601217" sldId="269"/>
            <ac:spMk id="3" creationId="{45511A08-F7B3-4181-98C2-E905A7074BDD}"/>
          </ac:spMkLst>
        </pc:spChg>
        <pc:spChg chg="mod">
          <ac:chgData name="Vincent Smekens" userId="9a51b103-575c-4244-9f0d-742f9f070789" providerId="ADAL" clId="{446A5C84-3418-5635-9D11-FCFE01482326}" dt="2025-12-09T16:35:17.381" v="45" actId="790"/>
          <ac:spMkLst>
            <pc:docMk/>
            <pc:sldMk cId="568601217" sldId="269"/>
            <ac:spMk id="4" creationId="{009D35C3-E1C8-4CE2-9016-2BF779D76C21}"/>
          </ac:spMkLst>
        </pc:spChg>
        <pc:spChg chg="mod">
          <ac:chgData name="Vincent Smekens" userId="9a51b103-575c-4244-9f0d-742f9f070789" providerId="ADAL" clId="{446A5C84-3418-5635-9D11-FCFE01482326}" dt="2025-12-09T16:35:17.381" v="45" actId="790"/>
          <ac:spMkLst>
            <pc:docMk/>
            <pc:sldMk cId="568601217" sldId="269"/>
            <ac:spMk id="6" creationId="{C6DB6AD3-F1F5-4DAA-A668-0005CF6A9EFC}"/>
          </ac:spMkLst>
        </pc:spChg>
        <pc:spChg chg="mod">
          <ac:chgData name="Vincent Smekens" userId="9a51b103-575c-4244-9f0d-742f9f070789" providerId="ADAL" clId="{446A5C84-3418-5635-9D11-FCFE01482326}" dt="2025-12-09T16:35:17.381" v="45" actId="790"/>
          <ac:spMkLst>
            <pc:docMk/>
            <pc:sldMk cId="568601217" sldId="269"/>
            <ac:spMk id="8" creationId="{E8F5A87A-0D93-465C-997E-D1AB137F8D60}"/>
          </ac:spMkLst>
        </pc:spChg>
        <pc:spChg chg="mod">
          <ac:chgData name="Vincent Smekens" userId="9a51b103-575c-4244-9f0d-742f9f070789" providerId="ADAL" clId="{446A5C84-3418-5635-9D11-FCFE01482326}" dt="2025-12-09T16:35:17.381" v="45" actId="790"/>
          <ac:spMkLst>
            <pc:docMk/>
            <pc:sldMk cId="568601217" sldId="269"/>
            <ac:spMk id="12" creationId="{94F01D5A-E370-4507-B98F-50C33E8F2C30}"/>
          </ac:spMkLst>
        </pc:spChg>
      </pc:sldChg>
      <pc:sldChg chg="modSp mod">
        <pc:chgData name="Vincent Smekens" userId="9a51b103-575c-4244-9f0d-742f9f070789" providerId="ADAL" clId="{446A5C84-3418-5635-9D11-FCFE01482326}" dt="2025-12-09T16:35:17.381" v="45" actId="790"/>
        <pc:sldMkLst>
          <pc:docMk/>
          <pc:sldMk cId="2112472135" sldId="270"/>
        </pc:sldMkLst>
        <pc:spChg chg="mod">
          <ac:chgData name="Vincent Smekens" userId="9a51b103-575c-4244-9f0d-742f9f070789" providerId="ADAL" clId="{446A5C84-3418-5635-9D11-FCFE01482326}" dt="2025-12-09T16:35:17.381" v="45" actId="790"/>
          <ac:spMkLst>
            <pc:docMk/>
            <pc:sldMk cId="2112472135" sldId="270"/>
            <ac:spMk id="3" creationId="{B55757F8-03A6-42A2-BA8D-B85A2DCB9AC6}"/>
          </ac:spMkLst>
        </pc:spChg>
        <pc:spChg chg="mod">
          <ac:chgData name="Vincent Smekens" userId="9a51b103-575c-4244-9f0d-742f9f070789" providerId="ADAL" clId="{446A5C84-3418-5635-9D11-FCFE01482326}" dt="2025-12-09T16:35:17.381" v="45" actId="790"/>
          <ac:spMkLst>
            <pc:docMk/>
            <pc:sldMk cId="2112472135" sldId="270"/>
            <ac:spMk id="4" creationId="{FD2646C6-8C0B-4D75-9E23-FFC73EA4965B}"/>
          </ac:spMkLst>
        </pc:spChg>
        <pc:spChg chg="mod">
          <ac:chgData name="Vincent Smekens" userId="9a51b103-575c-4244-9f0d-742f9f070789" providerId="ADAL" clId="{446A5C84-3418-5635-9D11-FCFE01482326}" dt="2025-12-09T16:35:17.381" v="45" actId="790"/>
          <ac:spMkLst>
            <pc:docMk/>
            <pc:sldMk cId="2112472135" sldId="270"/>
            <ac:spMk id="6" creationId="{5F048BF3-6906-4262-95EC-E5F30D728AB2}"/>
          </ac:spMkLst>
        </pc:spChg>
        <pc:spChg chg="mod">
          <ac:chgData name="Vincent Smekens" userId="9a51b103-575c-4244-9f0d-742f9f070789" providerId="ADAL" clId="{446A5C84-3418-5635-9D11-FCFE01482326}" dt="2025-12-09T16:35:17.381" v="45" actId="790"/>
          <ac:spMkLst>
            <pc:docMk/>
            <pc:sldMk cId="2112472135" sldId="270"/>
            <ac:spMk id="7" creationId="{CFCCC7A9-0ADC-498E-96D3-8DA36B50BB99}"/>
          </ac:spMkLst>
        </pc:spChg>
        <pc:spChg chg="mod">
          <ac:chgData name="Vincent Smekens" userId="9a51b103-575c-4244-9f0d-742f9f070789" providerId="ADAL" clId="{446A5C84-3418-5635-9D11-FCFE01482326}" dt="2025-12-09T16:35:17.381" v="45" actId="790"/>
          <ac:spMkLst>
            <pc:docMk/>
            <pc:sldMk cId="2112472135" sldId="270"/>
            <ac:spMk id="9" creationId="{ADE9FD17-590F-49D5-979B-5694C2473D51}"/>
          </ac:spMkLst>
        </pc:spChg>
        <pc:spChg chg="mod">
          <ac:chgData name="Vincent Smekens" userId="9a51b103-575c-4244-9f0d-742f9f070789" providerId="ADAL" clId="{446A5C84-3418-5635-9D11-FCFE01482326}" dt="2025-12-09T16:35:17.381" v="45" actId="790"/>
          <ac:spMkLst>
            <pc:docMk/>
            <pc:sldMk cId="2112472135" sldId="270"/>
            <ac:spMk id="12" creationId="{30F58215-450C-4898-89FD-6150929984AC}"/>
          </ac:spMkLst>
        </pc:spChg>
        <pc:spChg chg="mod">
          <ac:chgData name="Vincent Smekens" userId="9a51b103-575c-4244-9f0d-742f9f070789" providerId="ADAL" clId="{446A5C84-3418-5635-9D11-FCFE01482326}" dt="2025-12-09T16:35:17.381" v="45" actId="790"/>
          <ac:spMkLst>
            <pc:docMk/>
            <pc:sldMk cId="2112472135" sldId="270"/>
            <ac:spMk id="13" creationId="{4405B6C9-5A65-4088-AEB7-2AAE3FD65F4B}"/>
          </ac:spMkLst>
        </pc:spChg>
        <pc:spChg chg="mod">
          <ac:chgData name="Vincent Smekens" userId="9a51b103-575c-4244-9f0d-742f9f070789" providerId="ADAL" clId="{446A5C84-3418-5635-9D11-FCFE01482326}" dt="2025-12-09T16:35:17.381" v="45" actId="790"/>
          <ac:spMkLst>
            <pc:docMk/>
            <pc:sldMk cId="2112472135" sldId="270"/>
            <ac:spMk id="14" creationId="{1768B067-959C-4036-A4CF-B49555147C99}"/>
          </ac:spMkLst>
        </pc:spChg>
        <pc:spChg chg="mod">
          <ac:chgData name="Vincent Smekens" userId="9a51b103-575c-4244-9f0d-742f9f070789" providerId="ADAL" clId="{446A5C84-3418-5635-9D11-FCFE01482326}" dt="2025-12-09T16:35:17.381" v="45" actId="790"/>
          <ac:spMkLst>
            <pc:docMk/>
            <pc:sldMk cId="2112472135" sldId="270"/>
            <ac:spMk id="18" creationId="{3144CB26-D3A3-4369-A6BA-782D5BE2BDDD}"/>
          </ac:spMkLst>
        </pc:spChg>
        <pc:spChg chg="mod">
          <ac:chgData name="Vincent Smekens" userId="9a51b103-575c-4244-9f0d-742f9f070789" providerId="ADAL" clId="{446A5C84-3418-5635-9D11-FCFE01482326}" dt="2025-12-09T16:35:17.381" v="45" actId="790"/>
          <ac:spMkLst>
            <pc:docMk/>
            <pc:sldMk cId="2112472135" sldId="270"/>
            <ac:spMk id="24" creationId="{C7B0E076-0F00-43F5-BD87-A89CA7ED9466}"/>
          </ac:spMkLst>
        </pc:spChg>
      </pc:sldChg>
      <pc:sldChg chg="modSp mod">
        <pc:chgData name="Vincent Smekens" userId="9a51b103-575c-4244-9f0d-742f9f070789" providerId="ADAL" clId="{446A5C84-3418-5635-9D11-FCFE01482326}" dt="2025-12-09T16:35:17.381" v="45" actId="790"/>
        <pc:sldMkLst>
          <pc:docMk/>
          <pc:sldMk cId="2203721748" sldId="271"/>
        </pc:sldMkLst>
        <pc:spChg chg="mod">
          <ac:chgData name="Vincent Smekens" userId="9a51b103-575c-4244-9f0d-742f9f070789" providerId="ADAL" clId="{446A5C84-3418-5635-9D11-FCFE01482326}" dt="2025-12-09T16:35:17.381" v="45" actId="790"/>
          <ac:spMkLst>
            <pc:docMk/>
            <pc:sldMk cId="2203721748" sldId="271"/>
            <ac:spMk id="3" creationId="{08425593-2971-420F-9A53-4103E5A87345}"/>
          </ac:spMkLst>
        </pc:spChg>
        <pc:spChg chg="mod">
          <ac:chgData name="Vincent Smekens" userId="9a51b103-575c-4244-9f0d-742f9f070789" providerId="ADAL" clId="{446A5C84-3418-5635-9D11-FCFE01482326}" dt="2025-12-09T16:35:17.381" v="45" actId="790"/>
          <ac:spMkLst>
            <pc:docMk/>
            <pc:sldMk cId="2203721748" sldId="271"/>
            <ac:spMk id="6" creationId="{C4CF0C70-FFDF-4958-A395-C7C7A3433AE9}"/>
          </ac:spMkLst>
        </pc:spChg>
        <pc:spChg chg="mod">
          <ac:chgData name="Vincent Smekens" userId="9a51b103-575c-4244-9f0d-742f9f070789" providerId="ADAL" clId="{446A5C84-3418-5635-9D11-FCFE01482326}" dt="2025-12-09T16:35:17.381" v="45" actId="790"/>
          <ac:spMkLst>
            <pc:docMk/>
            <pc:sldMk cId="2203721748" sldId="271"/>
            <ac:spMk id="10" creationId="{2AFDD340-ED42-42A7-8685-090B63194AE4}"/>
          </ac:spMkLst>
        </pc:spChg>
        <pc:spChg chg="mod">
          <ac:chgData name="Vincent Smekens" userId="9a51b103-575c-4244-9f0d-742f9f070789" providerId="ADAL" clId="{446A5C84-3418-5635-9D11-FCFE01482326}" dt="2025-12-09T16:35:17.381" v="45" actId="790"/>
          <ac:spMkLst>
            <pc:docMk/>
            <pc:sldMk cId="2203721748" sldId="271"/>
            <ac:spMk id="11" creationId="{778A7A7A-5A18-4740-9E01-1E01FFDBF8DE}"/>
          </ac:spMkLst>
        </pc:spChg>
        <pc:spChg chg="mod">
          <ac:chgData name="Vincent Smekens" userId="9a51b103-575c-4244-9f0d-742f9f070789" providerId="ADAL" clId="{446A5C84-3418-5635-9D11-FCFE01482326}" dt="2025-12-09T16:35:17.381" v="45" actId="790"/>
          <ac:spMkLst>
            <pc:docMk/>
            <pc:sldMk cId="2203721748" sldId="271"/>
            <ac:spMk id="13" creationId="{6D26566C-0EF4-4136-9486-FD025FCC6A02}"/>
          </ac:spMkLst>
        </pc:spChg>
        <pc:spChg chg="mod">
          <ac:chgData name="Vincent Smekens" userId="9a51b103-575c-4244-9f0d-742f9f070789" providerId="ADAL" clId="{446A5C84-3418-5635-9D11-FCFE01482326}" dt="2025-12-09T16:35:17.381" v="45" actId="790"/>
          <ac:spMkLst>
            <pc:docMk/>
            <pc:sldMk cId="2203721748" sldId="271"/>
            <ac:spMk id="15" creationId="{986EA519-9E9C-4318-B656-120AB10B567D}"/>
          </ac:spMkLst>
        </pc:spChg>
        <pc:spChg chg="mod">
          <ac:chgData name="Vincent Smekens" userId="9a51b103-575c-4244-9f0d-742f9f070789" providerId="ADAL" clId="{446A5C84-3418-5635-9D11-FCFE01482326}" dt="2025-12-09T16:35:17.381" v="45" actId="790"/>
          <ac:spMkLst>
            <pc:docMk/>
            <pc:sldMk cId="2203721748" sldId="271"/>
            <ac:spMk id="19" creationId="{E2AEBE5A-89D7-4EB7-B5B6-8C98A84B1967}"/>
          </ac:spMkLst>
        </pc:spChg>
        <pc:spChg chg="mod">
          <ac:chgData name="Vincent Smekens" userId="9a51b103-575c-4244-9f0d-742f9f070789" providerId="ADAL" clId="{446A5C84-3418-5635-9D11-FCFE01482326}" dt="2025-12-09T16:35:17.381" v="45" actId="790"/>
          <ac:spMkLst>
            <pc:docMk/>
            <pc:sldMk cId="2203721748" sldId="271"/>
            <ac:spMk id="20" creationId="{55BBA90A-39F0-4CC4-A286-77CDF79FC3B4}"/>
          </ac:spMkLst>
        </pc:spChg>
        <pc:spChg chg="mod">
          <ac:chgData name="Vincent Smekens" userId="9a51b103-575c-4244-9f0d-742f9f070789" providerId="ADAL" clId="{446A5C84-3418-5635-9D11-FCFE01482326}" dt="2025-12-09T16:35:17.381" v="45" actId="790"/>
          <ac:spMkLst>
            <pc:docMk/>
            <pc:sldMk cId="2203721748" sldId="271"/>
            <ac:spMk id="21" creationId="{1EB7892B-8438-4B0B-A625-746029F29CFB}"/>
          </ac:spMkLst>
        </pc:spChg>
        <pc:spChg chg="mod">
          <ac:chgData name="Vincent Smekens" userId="9a51b103-575c-4244-9f0d-742f9f070789" providerId="ADAL" clId="{446A5C84-3418-5635-9D11-FCFE01482326}" dt="2025-12-09T16:35:17.381" v="45" actId="790"/>
          <ac:spMkLst>
            <pc:docMk/>
            <pc:sldMk cId="2203721748" sldId="271"/>
            <ac:spMk id="26" creationId="{924F4728-81DC-4DC3-9F87-D61F4E9B8E17}"/>
          </ac:spMkLst>
        </pc:spChg>
      </pc:sldChg>
      <pc:sldChg chg="modSp mod">
        <pc:chgData name="Vincent Smekens" userId="9a51b103-575c-4244-9f0d-742f9f070789" providerId="ADAL" clId="{446A5C84-3418-5635-9D11-FCFE01482326}" dt="2025-12-09T16:35:17.381" v="45" actId="790"/>
        <pc:sldMkLst>
          <pc:docMk/>
          <pc:sldMk cId="391753811" sldId="272"/>
        </pc:sldMkLst>
        <pc:spChg chg="mod">
          <ac:chgData name="Vincent Smekens" userId="9a51b103-575c-4244-9f0d-742f9f070789" providerId="ADAL" clId="{446A5C84-3418-5635-9D11-FCFE01482326}" dt="2025-12-09T16:35:17.381" v="45" actId="790"/>
          <ac:spMkLst>
            <pc:docMk/>
            <pc:sldMk cId="391753811" sldId="272"/>
            <ac:spMk id="2" creationId="{DE62C047-E7C8-41BF-A70C-38C9EA78B6C1}"/>
          </ac:spMkLst>
        </pc:spChg>
        <pc:spChg chg="mod">
          <ac:chgData name="Vincent Smekens" userId="9a51b103-575c-4244-9f0d-742f9f070789" providerId="ADAL" clId="{446A5C84-3418-5635-9D11-FCFE01482326}" dt="2025-12-09T16:35:17.381" v="45" actId="790"/>
          <ac:spMkLst>
            <pc:docMk/>
            <pc:sldMk cId="391753811" sldId="272"/>
            <ac:spMk id="3" creationId="{23F9DEB2-77AE-4CED-BA5F-6C4AB3632BC3}"/>
          </ac:spMkLst>
        </pc:spChg>
        <pc:spChg chg="mod">
          <ac:chgData name="Vincent Smekens" userId="9a51b103-575c-4244-9f0d-742f9f070789" providerId="ADAL" clId="{446A5C84-3418-5635-9D11-FCFE01482326}" dt="2025-12-09T16:35:17.381" v="45" actId="790"/>
          <ac:spMkLst>
            <pc:docMk/>
            <pc:sldMk cId="391753811" sldId="272"/>
            <ac:spMk id="4" creationId="{92351E75-64C7-4156-93F2-4DF24D2CB3D9}"/>
          </ac:spMkLst>
        </pc:spChg>
        <pc:spChg chg="mod">
          <ac:chgData name="Vincent Smekens" userId="9a51b103-575c-4244-9f0d-742f9f070789" providerId="ADAL" clId="{446A5C84-3418-5635-9D11-FCFE01482326}" dt="2025-12-09T16:35:17.381" v="45" actId="790"/>
          <ac:spMkLst>
            <pc:docMk/>
            <pc:sldMk cId="391753811" sldId="272"/>
            <ac:spMk id="5" creationId="{1FC65180-4511-4A15-BBAB-A27218E40426}"/>
          </ac:spMkLst>
        </pc:spChg>
        <pc:spChg chg="mod">
          <ac:chgData name="Vincent Smekens" userId="9a51b103-575c-4244-9f0d-742f9f070789" providerId="ADAL" clId="{446A5C84-3418-5635-9D11-FCFE01482326}" dt="2025-12-09T16:35:17.381" v="45" actId="790"/>
          <ac:spMkLst>
            <pc:docMk/>
            <pc:sldMk cId="391753811" sldId="272"/>
            <ac:spMk id="9" creationId="{A31C490D-F556-4DCE-BBE6-14C48EA9274E}"/>
          </ac:spMkLst>
        </pc:spChg>
        <pc:spChg chg="mod">
          <ac:chgData name="Vincent Smekens" userId="9a51b103-575c-4244-9f0d-742f9f070789" providerId="ADAL" clId="{446A5C84-3418-5635-9D11-FCFE01482326}" dt="2025-12-09T16:35:17.381" v="45" actId="790"/>
          <ac:spMkLst>
            <pc:docMk/>
            <pc:sldMk cId="391753811" sldId="272"/>
            <ac:spMk id="13" creationId="{E093A370-3515-4AD5-8114-7C05AB029ED0}"/>
          </ac:spMkLst>
        </pc:spChg>
        <pc:spChg chg="mod">
          <ac:chgData name="Vincent Smekens" userId="9a51b103-575c-4244-9f0d-742f9f070789" providerId="ADAL" clId="{446A5C84-3418-5635-9D11-FCFE01482326}" dt="2025-12-09T16:35:17.381" v="45" actId="790"/>
          <ac:spMkLst>
            <pc:docMk/>
            <pc:sldMk cId="391753811" sldId="272"/>
            <ac:spMk id="14" creationId="{B8B3AA8F-AA49-4331-9467-9739AC46FBAA}"/>
          </ac:spMkLst>
        </pc:spChg>
        <pc:spChg chg="mod">
          <ac:chgData name="Vincent Smekens" userId="9a51b103-575c-4244-9f0d-742f9f070789" providerId="ADAL" clId="{446A5C84-3418-5635-9D11-FCFE01482326}" dt="2025-12-09T16:35:17.381" v="45" actId="790"/>
          <ac:spMkLst>
            <pc:docMk/>
            <pc:sldMk cId="391753811" sldId="272"/>
            <ac:spMk id="44" creationId="{859F8126-4438-4944-8368-2784E9E67A98}"/>
          </ac:spMkLst>
        </pc:spChg>
        <pc:spChg chg="mod">
          <ac:chgData name="Vincent Smekens" userId="9a51b103-575c-4244-9f0d-742f9f070789" providerId="ADAL" clId="{446A5C84-3418-5635-9D11-FCFE01482326}" dt="2025-12-09T16:35:17.381" v="45" actId="790"/>
          <ac:spMkLst>
            <pc:docMk/>
            <pc:sldMk cId="391753811" sldId="272"/>
            <ac:spMk id="45" creationId="{93F286A1-3D32-4EB9-9407-6622A4667402}"/>
          </ac:spMkLst>
        </pc:spChg>
        <pc:spChg chg="mod">
          <ac:chgData name="Vincent Smekens" userId="9a51b103-575c-4244-9f0d-742f9f070789" providerId="ADAL" clId="{446A5C84-3418-5635-9D11-FCFE01482326}" dt="2025-12-09T16:35:17.381" v="45" actId="790"/>
          <ac:spMkLst>
            <pc:docMk/>
            <pc:sldMk cId="391753811" sldId="272"/>
            <ac:spMk id="78" creationId="{7B41F27C-B936-489A-AD94-735532201469}"/>
          </ac:spMkLst>
        </pc:spChg>
      </pc:sldChg>
      <pc:sldChg chg="modSp mod">
        <pc:chgData name="Vincent Smekens" userId="9a51b103-575c-4244-9f0d-742f9f070789" providerId="ADAL" clId="{446A5C84-3418-5635-9D11-FCFE01482326}" dt="2025-12-09T17:05:50.594" v="543" actId="20577"/>
        <pc:sldMkLst>
          <pc:docMk/>
          <pc:sldMk cId="571674350" sldId="273"/>
        </pc:sldMkLst>
        <pc:spChg chg="mod">
          <ac:chgData name="Vincent Smekens" userId="9a51b103-575c-4244-9f0d-742f9f070789" providerId="ADAL" clId="{446A5C84-3418-5635-9D11-FCFE01482326}" dt="2025-12-09T16:35:17.381" v="45" actId="790"/>
          <ac:spMkLst>
            <pc:docMk/>
            <pc:sldMk cId="571674350" sldId="273"/>
            <ac:spMk id="2" creationId="{DAF3B539-7AAF-4A4E-94B4-6FFFD74CEDD7}"/>
          </ac:spMkLst>
        </pc:spChg>
        <pc:spChg chg="mod">
          <ac:chgData name="Vincent Smekens" userId="9a51b103-575c-4244-9f0d-742f9f070789" providerId="ADAL" clId="{446A5C84-3418-5635-9D11-FCFE01482326}" dt="2025-12-09T17:05:50.594" v="543" actId="20577"/>
          <ac:spMkLst>
            <pc:docMk/>
            <pc:sldMk cId="571674350" sldId="273"/>
            <ac:spMk id="3" creationId="{CFC07C2E-20FB-47A6-B2A9-C8F7C4A903D9}"/>
          </ac:spMkLst>
        </pc:spChg>
        <pc:spChg chg="mod">
          <ac:chgData name="Vincent Smekens" userId="9a51b103-575c-4244-9f0d-742f9f070789" providerId="ADAL" clId="{446A5C84-3418-5635-9D11-FCFE01482326}" dt="2025-12-09T16:35:17.381" v="45" actId="790"/>
          <ac:spMkLst>
            <pc:docMk/>
            <pc:sldMk cId="571674350" sldId="273"/>
            <ac:spMk id="5" creationId="{CDA02CC2-53A5-4005-B967-DBA58D2974DC}"/>
          </ac:spMkLst>
        </pc:spChg>
        <pc:spChg chg="mod">
          <ac:chgData name="Vincent Smekens" userId="9a51b103-575c-4244-9f0d-742f9f070789" providerId="ADAL" clId="{446A5C84-3418-5635-9D11-FCFE01482326}" dt="2025-12-09T16:35:17.381" v="45" actId="790"/>
          <ac:spMkLst>
            <pc:docMk/>
            <pc:sldMk cId="571674350" sldId="273"/>
            <ac:spMk id="6" creationId="{EF72DEB4-B376-4850-B8D9-567B13122443}"/>
          </ac:spMkLst>
        </pc:spChg>
        <pc:spChg chg="mod">
          <ac:chgData name="Vincent Smekens" userId="9a51b103-575c-4244-9f0d-742f9f070789" providerId="ADAL" clId="{446A5C84-3418-5635-9D11-FCFE01482326}" dt="2025-12-09T16:35:17.381" v="45" actId="790"/>
          <ac:spMkLst>
            <pc:docMk/>
            <pc:sldMk cId="571674350" sldId="273"/>
            <ac:spMk id="7" creationId="{30AACB34-D52E-B882-90A0-D87F34912C62}"/>
          </ac:spMkLst>
        </pc:spChg>
      </pc:sldChg>
      <pc:sldChg chg="modSp mod">
        <pc:chgData name="Vincent Smekens" userId="9a51b103-575c-4244-9f0d-742f9f070789" providerId="ADAL" clId="{446A5C84-3418-5635-9D11-FCFE01482326}" dt="2025-12-09T16:35:17.381" v="45" actId="790"/>
        <pc:sldMkLst>
          <pc:docMk/>
          <pc:sldMk cId="928702425" sldId="274"/>
        </pc:sldMkLst>
        <pc:spChg chg="mod">
          <ac:chgData name="Vincent Smekens" userId="9a51b103-575c-4244-9f0d-742f9f070789" providerId="ADAL" clId="{446A5C84-3418-5635-9D11-FCFE01482326}" dt="2025-12-09T16:35:17.381" v="45" actId="790"/>
          <ac:spMkLst>
            <pc:docMk/>
            <pc:sldMk cId="928702425" sldId="274"/>
            <ac:spMk id="2" creationId="{2C595712-27CD-4BDA-BB5B-53C845A14684}"/>
          </ac:spMkLst>
        </pc:spChg>
        <pc:spChg chg="mod">
          <ac:chgData name="Vincent Smekens" userId="9a51b103-575c-4244-9f0d-742f9f070789" providerId="ADAL" clId="{446A5C84-3418-5635-9D11-FCFE01482326}" dt="2025-12-09T16:35:17.381" v="45" actId="790"/>
          <ac:spMkLst>
            <pc:docMk/>
            <pc:sldMk cId="928702425" sldId="274"/>
            <ac:spMk id="4" creationId="{5DC53546-B81B-494D-9A54-98B332549E98}"/>
          </ac:spMkLst>
        </pc:spChg>
        <pc:spChg chg="mod">
          <ac:chgData name="Vincent Smekens" userId="9a51b103-575c-4244-9f0d-742f9f070789" providerId="ADAL" clId="{446A5C84-3418-5635-9D11-FCFE01482326}" dt="2025-12-09T16:35:17.381" v="45" actId="790"/>
          <ac:spMkLst>
            <pc:docMk/>
            <pc:sldMk cId="928702425" sldId="274"/>
            <ac:spMk id="5" creationId="{458B31A6-1EEC-4971-A71D-BB6BC84A96E1}"/>
          </ac:spMkLst>
        </pc:spChg>
        <pc:graphicFrameChg chg="modGraphic">
          <ac:chgData name="Vincent Smekens" userId="9a51b103-575c-4244-9f0d-742f9f070789" providerId="ADAL" clId="{446A5C84-3418-5635-9D11-FCFE01482326}" dt="2025-12-09T16:35:17.381" v="45" actId="790"/>
          <ac:graphicFrameMkLst>
            <pc:docMk/>
            <pc:sldMk cId="928702425" sldId="274"/>
            <ac:graphicFrameMk id="8" creationId="{869CE3F2-47CD-4930-ACC7-CC12B40DEA9A}"/>
          </ac:graphicFrameMkLst>
        </pc:graphicFrameChg>
      </pc:sldChg>
      <pc:sldChg chg="modSp mod">
        <pc:chgData name="Vincent Smekens" userId="9a51b103-575c-4244-9f0d-742f9f070789" providerId="ADAL" clId="{446A5C84-3418-5635-9D11-FCFE01482326}" dt="2025-12-09T16:35:17.381" v="45" actId="790"/>
        <pc:sldMkLst>
          <pc:docMk/>
          <pc:sldMk cId="1714556083" sldId="276"/>
        </pc:sldMkLst>
        <pc:spChg chg="mod">
          <ac:chgData name="Vincent Smekens" userId="9a51b103-575c-4244-9f0d-742f9f070789" providerId="ADAL" clId="{446A5C84-3418-5635-9D11-FCFE01482326}" dt="2025-12-09T16:35:17.381" v="45" actId="790"/>
          <ac:spMkLst>
            <pc:docMk/>
            <pc:sldMk cId="1714556083" sldId="276"/>
            <ac:spMk id="3" creationId="{737A6245-2112-4277-99D7-04F900FA6C9B}"/>
          </ac:spMkLst>
        </pc:spChg>
        <pc:spChg chg="mod">
          <ac:chgData name="Vincent Smekens" userId="9a51b103-575c-4244-9f0d-742f9f070789" providerId="ADAL" clId="{446A5C84-3418-5635-9D11-FCFE01482326}" dt="2025-12-09T16:35:17.381" v="45" actId="790"/>
          <ac:spMkLst>
            <pc:docMk/>
            <pc:sldMk cId="1714556083" sldId="276"/>
            <ac:spMk id="4" creationId="{3A4C2E0A-1BB6-4CB9-B18C-1D0BF9B1F592}"/>
          </ac:spMkLst>
        </pc:spChg>
        <pc:spChg chg="mod">
          <ac:chgData name="Vincent Smekens" userId="9a51b103-575c-4244-9f0d-742f9f070789" providerId="ADAL" clId="{446A5C84-3418-5635-9D11-FCFE01482326}" dt="2025-12-09T16:35:17.381" v="45" actId="790"/>
          <ac:spMkLst>
            <pc:docMk/>
            <pc:sldMk cId="1714556083" sldId="276"/>
            <ac:spMk id="5" creationId="{C7D1E2F8-F305-455A-A232-070ECACFEF38}"/>
          </ac:spMkLst>
        </pc:spChg>
        <pc:spChg chg="mod">
          <ac:chgData name="Vincent Smekens" userId="9a51b103-575c-4244-9f0d-742f9f070789" providerId="ADAL" clId="{446A5C84-3418-5635-9D11-FCFE01482326}" dt="2025-12-09T16:35:17.381" v="45" actId="790"/>
          <ac:spMkLst>
            <pc:docMk/>
            <pc:sldMk cId="1714556083" sldId="276"/>
            <ac:spMk id="6" creationId="{5ECA1B3F-B0CE-4E52-8A54-A592DB4E6865}"/>
          </ac:spMkLst>
        </pc:spChg>
        <pc:spChg chg="mod">
          <ac:chgData name="Vincent Smekens" userId="9a51b103-575c-4244-9f0d-742f9f070789" providerId="ADAL" clId="{446A5C84-3418-5635-9D11-FCFE01482326}" dt="2025-12-09T16:35:17.381" v="45" actId="790"/>
          <ac:spMkLst>
            <pc:docMk/>
            <pc:sldMk cId="1714556083" sldId="276"/>
            <ac:spMk id="7" creationId="{40BC1625-D715-4562-B740-7E50B0B9030A}"/>
          </ac:spMkLst>
        </pc:spChg>
        <pc:spChg chg="mod">
          <ac:chgData name="Vincent Smekens" userId="9a51b103-575c-4244-9f0d-742f9f070789" providerId="ADAL" clId="{446A5C84-3418-5635-9D11-FCFE01482326}" dt="2025-12-09T16:35:17.381" v="45" actId="790"/>
          <ac:spMkLst>
            <pc:docMk/>
            <pc:sldMk cId="1714556083" sldId="276"/>
            <ac:spMk id="8" creationId="{69C5B53D-4CA3-483A-9078-2CEBFBF3E17F}"/>
          </ac:spMkLst>
        </pc:spChg>
        <pc:spChg chg="mod">
          <ac:chgData name="Vincent Smekens" userId="9a51b103-575c-4244-9f0d-742f9f070789" providerId="ADAL" clId="{446A5C84-3418-5635-9D11-FCFE01482326}" dt="2025-12-09T16:35:17.381" v="45" actId="790"/>
          <ac:spMkLst>
            <pc:docMk/>
            <pc:sldMk cId="1714556083" sldId="276"/>
            <ac:spMk id="9" creationId="{62776FE0-7030-4CE9-BC16-7C662E2571B8}"/>
          </ac:spMkLst>
        </pc:spChg>
        <pc:spChg chg="mod">
          <ac:chgData name="Vincent Smekens" userId="9a51b103-575c-4244-9f0d-742f9f070789" providerId="ADAL" clId="{446A5C84-3418-5635-9D11-FCFE01482326}" dt="2025-12-09T16:35:17.381" v="45" actId="790"/>
          <ac:spMkLst>
            <pc:docMk/>
            <pc:sldMk cId="1714556083" sldId="276"/>
            <ac:spMk id="10" creationId="{09E0F61D-83DA-4056-A3BB-F293153FC12C}"/>
          </ac:spMkLst>
        </pc:spChg>
      </pc:sldChg>
      <pc:sldChg chg="modSp mod">
        <pc:chgData name="Vincent Smekens" userId="9a51b103-575c-4244-9f0d-742f9f070789" providerId="ADAL" clId="{446A5C84-3418-5635-9D11-FCFE01482326}" dt="2025-12-09T16:35:17.381" v="45" actId="790"/>
        <pc:sldMkLst>
          <pc:docMk/>
          <pc:sldMk cId="4169394276" sldId="277"/>
        </pc:sldMkLst>
        <pc:spChg chg="mod">
          <ac:chgData name="Vincent Smekens" userId="9a51b103-575c-4244-9f0d-742f9f070789" providerId="ADAL" clId="{446A5C84-3418-5635-9D11-FCFE01482326}" dt="2025-12-09T16:35:17.381" v="45" actId="790"/>
          <ac:spMkLst>
            <pc:docMk/>
            <pc:sldMk cId="4169394276" sldId="277"/>
            <ac:spMk id="2" creationId="{3C9C36C0-342D-4358-AD3F-4DEACA56481E}"/>
          </ac:spMkLst>
        </pc:spChg>
        <pc:spChg chg="mod">
          <ac:chgData name="Vincent Smekens" userId="9a51b103-575c-4244-9f0d-742f9f070789" providerId="ADAL" clId="{446A5C84-3418-5635-9D11-FCFE01482326}" dt="2025-12-09T16:35:17.381" v="45" actId="790"/>
          <ac:spMkLst>
            <pc:docMk/>
            <pc:sldMk cId="4169394276" sldId="277"/>
            <ac:spMk id="3" creationId="{EF545135-C166-4E2D-8C92-9646B2A57104}"/>
          </ac:spMkLst>
        </pc:spChg>
        <pc:spChg chg="mod">
          <ac:chgData name="Vincent Smekens" userId="9a51b103-575c-4244-9f0d-742f9f070789" providerId="ADAL" clId="{446A5C84-3418-5635-9D11-FCFE01482326}" dt="2025-12-09T16:35:17.381" v="45" actId="790"/>
          <ac:spMkLst>
            <pc:docMk/>
            <pc:sldMk cId="4169394276" sldId="277"/>
            <ac:spMk id="4" creationId="{D97CE56C-2559-43B9-8F45-5EF1D51FB6EE}"/>
          </ac:spMkLst>
        </pc:spChg>
        <pc:spChg chg="mod">
          <ac:chgData name="Vincent Smekens" userId="9a51b103-575c-4244-9f0d-742f9f070789" providerId="ADAL" clId="{446A5C84-3418-5635-9D11-FCFE01482326}" dt="2025-12-09T16:35:17.381" v="45" actId="790"/>
          <ac:spMkLst>
            <pc:docMk/>
            <pc:sldMk cId="4169394276" sldId="277"/>
            <ac:spMk id="5" creationId="{C7DCBD46-03F8-471B-81D1-69BC538DCA6A}"/>
          </ac:spMkLst>
        </pc:spChg>
        <pc:graphicFrameChg chg="modGraphic">
          <ac:chgData name="Vincent Smekens" userId="9a51b103-575c-4244-9f0d-742f9f070789" providerId="ADAL" clId="{446A5C84-3418-5635-9D11-FCFE01482326}" dt="2025-12-09T16:35:17.381" v="45" actId="790"/>
          <ac:graphicFrameMkLst>
            <pc:docMk/>
            <pc:sldMk cId="4169394276" sldId="277"/>
            <ac:graphicFrameMk id="10" creationId="{3444672A-C45B-4A54-8506-E762835B5F15}"/>
          </ac:graphicFrameMkLst>
        </pc:graphicFrameChg>
      </pc:sldChg>
      <pc:sldChg chg="modSp mod">
        <pc:chgData name="Vincent Smekens" userId="9a51b103-575c-4244-9f0d-742f9f070789" providerId="ADAL" clId="{446A5C84-3418-5635-9D11-FCFE01482326}" dt="2025-12-09T16:35:17.381" v="45" actId="790"/>
        <pc:sldMkLst>
          <pc:docMk/>
          <pc:sldMk cId="1211320205" sldId="278"/>
        </pc:sldMkLst>
        <pc:spChg chg="mod">
          <ac:chgData name="Vincent Smekens" userId="9a51b103-575c-4244-9f0d-742f9f070789" providerId="ADAL" clId="{446A5C84-3418-5635-9D11-FCFE01482326}" dt="2025-12-09T16:35:17.381" v="45" actId="790"/>
          <ac:spMkLst>
            <pc:docMk/>
            <pc:sldMk cId="1211320205" sldId="278"/>
            <ac:spMk id="2" creationId="{DBC5616A-BC1D-45D6-A922-6E6929F22F4E}"/>
          </ac:spMkLst>
        </pc:spChg>
        <pc:spChg chg="mod">
          <ac:chgData name="Vincent Smekens" userId="9a51b103-575c-4244-9f0d-742f9f070789" providerId="ADAL" clId="{446A5C84-3418-5635-9D11-FCFE01482326}" dt="2025-12-09T16:35:17.381" v="45" actId="790"/>
          <ac:spMkLst>
            <pc:docMk/>
            <pc:sldMk cId="1211320205" sldId="278"/>
            <ac:spMk id="3" creationId="{3C4EEE62-CA9D-4E1A-81E1-7587A7026371}"/>
          </ac:spMkLst>
        </pc:spChg>
        <pc:spChg chg="mod">
          <ac:chgData name="Vincent Smekens" userId="9a51b103-575c-4244-9f0d-742f9f070789" providerId="ADAL" clId="{446A5C84-3418-5635-9D11-FCFE01482326}" dt="2025-12-09T16:35:17.381" v="45" actId="790"/>
          <ac:spMkLst>
            <pc:docMk/>
            <pc:sldMk cId="1211320205" sldId="278"/>
            <ac:spMk id="4" creationId="{BE590A8F-53A3-4CA2-9DBF-FBB9CC3BECD1}"/>
          </ac:spMkLst>
        </pc:spChg>
        <pc:graphicFrameChg chg="modGraphic">
          <ac:chgData name="Vincent Smekens" userId="9a51b103-575c-4244-9f0d-742f9f070789" providerId="ADAL" clId="{446A5C84-3418-5635-9D11-FCFE01482326}" dt="2025-12-09T16:35:17.381" v="45" actId="790"/>
          <ac:graphicFrameMkLst>
            <pc:docMk/>
            <pc:sldMk cId="1211320205" sldId="278"/>
            <ac:graphicFrameMk id="6" creationId="{FA1981E8-8119-43CA-B484-AAC5DDDA3CAA}"/>
          </ac:graphicFrameMkLst>
        </pc:graphicFrameChg>
      </pc:sldChg>
      <pc:sldChg chg="modSp mod">
        <pc:chgData name="Vincent Smekens" userId="9a51b103-575c-4244-9f0d-742f9f070789" providerId="ADAL" clId="{446A5C84-3418-5635-9D11-FCFE01482326}" dt="2025-12-09T16:35:17.381" v="45" actId="790"/>
        <pc:sldMkLst>
          <pc:docMk/>
          <pc:sldMk cId="2955844934" sldId="279"/>
        </pc:sldMkLst>
        <pc:spChg chg="mod">
          <ac:chgData name="Vincent Smekens" userId="9a51b103-575c-4244-9f0d-742f9f070789" providerId="ADAL" clId="{446A5C84-3418-5635-9D11-FCFE01482326}" dt="2025-12-09T16:35:17.381" v="45" actId="790"/>
          <ac:spMkLst>
            <pc:docMk/>
            <pc:sldMk cId="2955844934" sldId="279"/>
            <ac:spMk id="2" creationId="{B4AAFB57-3872-F09B-16A7-3E32AD662339}"/>
          </ac:spMkLst>
        </pc:spChg>
        <pc:spChg chg="mod">
          <ac:chgData name="Vincent Smekens" userId="9a51b103-575c-4244-9f0d-742f9f070789" providerId="ADAL" clId="{446A5C84-3418-5635-9D11-FCFE01482326}" dt="2025-12-09T16:35:17.381" v="45" actId="790"/>
          <ac:spMkLst>
            <pc:docMk/>
            <pc:sldMk cId="2955844934" sldId="279"/>
            <ac:spMk id="3" creationId="{6D60E203-DEB3-DABE-DC69-84CA16AA87B2}"/>
          </ac:spMkLst>
        </pc:spChg>
        <pc:spChg chg="mod">
          <ac:chgData name="Vincent Smekens" userId="9a51b103-575c-4244-9f0d-742f9f070789" providerId="ADAL" clId="{446A5C84-3418-5635-9D11-FCFE01482326}" dt="2025-12-09T16:35:17.381" v="45" actId="790"/>
          <ac:spMkLst>
            <pc:docMk/>
            <pc:sldMk cId="2955844934" sldId="279"/>
            <ac:spMk id="4" creationId="{71FF3533-5D2C-DBAE-209B-2AD2566B1AD3}"/>
          </ac:spMkLst>
        </pc:spChg>
        <pc:spChg chg="mod">
          <ac:chgData name="Vincent Smekens" userId="9a51b103-575c-4244-9f0d-742f9f070789" providerId="ADAL" clId="{446A5C84-3418-5635-9D11-FCFE01482326}" dt="2025-12-09T16:35:17.381" v="45" actId="790"/>
          <ac:spMkLst>
            <pc:docMk/>
            <pc:sldMk cId="2955844934" sldId="279"/>
            <ac:spMk id="5" creationId="{50269B93-2AF2-D41F-56DA-9D32A31FFB8D}"/>
          </ac:spMkLst>
        </pc:spChg>
        <pc:spChg chg="mod">
          <ac:chgData name="Vincent Smekens" userId="9a51b103-575c-4244-9f0d-742f9f070789" providerId="ADAL" clId="{446A5C84-3418-5635-9D11-FCFE01482326}" dt="2025-12-09T16:35:17.381" v="45" actId="790"/>
          <ac:spMkLst>
            <pc:docMk/>
            <pc:sldMk cId="2955844934" sldId="279"/>
            <ac:spMk id="6" creationId="{3457345F-FAF1-3F00-C6AF-2A2AE0344949}"/>
          </ac:spMkLst>
        </pc:spChg>
        <pc:spChg chg="mod">
          <ac:chgData name="Vincent Smekens" userId="9a51b103-575c-4244-9f0d-742f9f070789" providerId="ADAL" clId="{446A5C84-3418-5635-9D11-FCFE01482326}" dt="2025-12-09T16:35:17.381" v="45" actId="790"/>
          <ac:spMkLst>
            <pc:docMk/>
            <pc:sldMk cId="2955844934" sldId="279"/>
            <ac:spMk id="7" creationId="{A7B02743-0FE6-6DAF-E636-EE19F9B4032C}"/>
          </ac:spMkLst>
        </pc:spChg>
        <pc:spChg chg="mod">
          <ac:chgData name="Vincent Smekens" userId="9a51b103-575c-4244-9f0d-742f9f070789" providerId="ADAL" clId="{446A5C84-3418-5635-9D11-FCFE01482326}" dt="2025-12-09T16:35:17.381" v="45" actId="790"/>
          <ac:spMkLst>
            <pc:docMk/>
            <pc:sldMk cId="2955844934" sldId="279"/>
            <ac:spMk id="8" creationId="{2C1AF322-A29B-DA93-30C6-0CBC60012C9C}"/>
          </ac:spMkLst>
        </pc:spChg>
      </pc:sldChg>
      <pc:sldChg chg="addSp modSp mod ord">
        <pc:chgData name="Vincent Smekens" userId="9a51b103-575c-4244-9f0d-742f9f070789" providerId="ADAL" clId="{446A5C84-3418-5635-9D11-FCFE01482326}" dt="2025-12-09T17:06:08.309" v="545" actId="20578"/>
        <pc:sldMkLst>
          <pc:docMk/>
          <pc:sldMk cId="2633278223" sldId="280"/>
        </pc:sldMkLst>
        <pc:spChg chg="mod">
          <ac:chgData name="Vincent Smekens" userId="9a51b103-575c-4244-9f0d-742f9f070789" providerId="ADAL" clId="{446A5C84-3418-5635-9D11-FCFE01482326}" dt="2025-12-09T16:35:17.381" v="45" actId="790"/>
          <ac:spMkLst>
            <pc:docMk/>
            <pc:sldMk cId="2633278223" sldId="280"/>
            <ac:spMk id="2" creationId="{39C8B25D-DE7C-1CF9-0C2E-98F67CFDDB4A}"/>
          </ac:spMkLst>
        </pc:spChg>
        <pc:spChg chg="mod">
          <ac:chgData name="Vincent Smekens" userId="9a51b103-575c-4244-9f0d-742f9f070789" providerId="ADAL" clId="{446A5C84-3418-5635-9D11-FCFE01482326}" dt="2025-12-09T16:36:55.675" v="110" actId="20577"/>
          <ac:spMkLst>
            <pc:docMk/>
            <pc:sldMk cId="2633278223" sldId="280"/>
            <ac:spMk id="3" creationId="{EFC130D0-A4A3-279E-A8AB-1C25809ABFAD}"/>
          </ac:spMkLst>
        </pc:spChg>
        <pc:spChg chg="add mod">
          <ac:chgData name="Vincent Smekens" userId="9a51b103-575c-4244-9f0d-742f9f070789" providerId="ADAL" clId="{446A5C84-3418-5635-9D11-FCFE01482326}" dt="2025-12-09T16:36:46.827" v="72" actId="767"/>
          <ac:spMkLst>
            <pc:docMk/>
            <pc:sldMk cId="2633278223" sldId="280"/>
            <ac:spMk id="4" creationId="{B7321808-D6B0-CE9E-BA70-6BA54B924644}"/>
          </ac:spMkLst>
        </pc:spChg>
        <pc:spChg chg="mod">
          <ac:chgData name="Vincent Smekens" userId="9a51b103-575c-4244-9f0d-742f9f070789" providerId="ADAL" clId="{446A5C84-3418-5635-9D11-FCFE01482326}" dt="2025-12-09T16:35:17.381" v="45" actId="790"/>
          <ac:spMkLst>
            <pc:docMk/>
            <pc:sldMk cId="2633278223" sldId="280"/>
            <ac:spMk id="5" creationId="{05B5ABE5-B06D-AC9C-0949-66C1FA9CA00C}"/>
          </ac:spMkLst>
        </pc:spChg>
        <pc:spChg chg="mod">
          <ac:chgData name="Vincent Smekens" userId="9a51b103-575c-4244-9f0d-742f9f070789" providerId="ADAL" clId="{446A5C84-3418-5635-9D11-FCFE01482326}" dt="2025-12-09T16:35:17.381" v="45" actId="790"/>
          <ac:spMkLst>
            <pc:docMk/>
            <pc:sldMk cId="2633278223" sldId="280"/>
            <ac:spMk id="6" creationId="{33846BC2-16EF-AF8B-1CBC-59B4C54FF88A}"/>
          </ac:spMkLst>
        </pc:spChg>
        <pc:spChg chg="mod">
          <ac:chgData name="Vincent Smekens" userId="9a51b103-575c-4244-9f0d-742f9f070789" providerId="ADAL" clId="{446A5C84-3418-5635-9D11-FCFE01482326}" dt="2025-12-09T16:35:17.381" v="45" actId="790"/>
          <ac:spMkLst>
            <pc:docMk/>
            <pc:sldMk cId="2633278223" sldId="280"/>
            <ac:spMk id="7" creationId="{06A1C4EA-9E19-EC41-8DE9-E644A4651F64}"/>
          </ac:spMkLst>
        </pc:spChg>
      </pc:sldChg>
      <pc:sldChg chg="addSp delSp modSp add mod">
        <pc:chgData name="Vincent Smekens" userId="9a51b103-575c-4244-9f0d-742f9f070789" providerId="ADAL" clId="{446A5C84-3418-5635-9D11-FCFE01482326}" dt="2025-12-09T17:04:39.115" v="533" actId="478"/>
        <pc:sldMkLst>
          <pc:docMk/>
          <pc:sldMk cId="147472301" sldId="281"/>
        </pc:sldMkLst>
        <pc:spChg chg="mod">
          <ac:chgData name="Vincent Smekens" userId="9a51b103-575c-4244-9f0d-742f9f070789" providerId="ADAL" clId="{446A5C84-3418-5635-9D11-FCFE01482326}" dt="2025-12-09T16:35:42.474" v="51" actId="20577"/>
          <ac:spMkLst>
            <pc:docMk/>
            <pc:sldMk cId="147472301" sldId="281"/>
            <ac:spMk id="2" creationId="{04D59442-7A76-2FDF-C044-B85DABDEBB37}"/>
          </ac:spMkLst>
        </pc:spChg>
        <pc:spChg chg="mod">
          <ac:chgData name="Vincent Smekens" userId="9a51b103-575c-4244-9f0d-742f9f070789" providerId="ADAL" clId="{446A5C84-3418-5635-9D11-FCFE01482326}" dt="2025-12-09T16:35:48.959" v="71" actId="20577"/>
          <ac:spMkLst>
            <pc:docMk/>
            <pc:sldMk cId="147472301" sldId="281"/>
            <ac:spMk id="3" creationId="{2A66C0CF-0FE7-F6E4-1E17-961C519CB2B0}"/>
          </ac:spMkLst>
        </pc:spChg>
        <pc:picChg chg="add del mod">
          <ac:chgData name="Vincent Smekens" userId="9a51b103-575c-4244-9f0d-742f9f070789" providerId="ADAL" clId="{446A5C84-3418-5635-9D11-FCFE01482326}" dt="2025-12-09T17:04:39.115" v="533" actId="478"/>
          <ac:picMkLst>
            <pc:docMk/>
            <pc:sldMk cId="147472301" sldId="281"/>
            <ac:picMk id="2050" creationId="{664F7C1A-5756-B7B9-66D0-E20792862336}"/>
          </ac:picMkLst>
        </pc:picChg>
      </pc:sldChg>
      <pc:sldChg chg="addSp delSp modSp add mod ord modClrScheme chgLayout">
        <pc:chgData name="Vincent Smekens" userId="9a51b103-575c-4244-9f0d-742f9f070789" providerId="ADAL" clId="{446A5C84-3418-5635-9D11-FCFE01482326}" dt="2025-12-09T17:01:16.907" v="518" actId="1076"/>
        <pc:sldMkLst>
          <pc:docMk/>
          <pc:sldMk cId="3457909651" sldId="282"/>
        </pc:sldMkLst>
        <pc:spChg chg="mod">
          <ac:chgData name="Vincent Smekens" userId="9a51b103-575c-4244-9f0d-742f9f070789" providerId="ADAL" clId="{446A5C84-3418-5635-9D11-FCFE01482326}" dt="2025-12-09T16:56:02.160" v="296" actId="20577"/>
          <ac:spMkLst>
            <pc:docMk/>
            <pc:sldMk cId="3457909651" sldId="282"/>
            <ac:spMk id="2" creationId="{9AC3F8B0-EF31-B255-6FCF-A68E41F2A6D7}"/>
          </ac:spMkLst>
        </pc:spChg>
        <pc:spChg chg="mod">
          <ac:chgData name="Vincent Smekens" userId="9a51b103-575c-4244-9f0d-742f9f070789" providerId="ADAL" clId="{446A5C84-3418-5635-9D11-FCFE01482326}" dt="2025-12-09T16:55:04.204" v="275" actId="26606"/>
          <ac:spMkLst>
            <pc:docMk/>
            <pc:sldMk cId="3457909651" sldId="282"/>
            <ac:spMk id="3" creationId="{36C0CAFF-E9B2-EDA0-14C2-29F0F872F8AC}"/>
          </ac:spMkLst>
        </pc:spChg>
        <pc:spChg chg="mod">
          <ac:chgData name="Vincent Smekens" userId="9a51b103-575c-4244-9f0d-742f9f070789" providerId="ADAL" clId="{446A5C84-3418-5635-9D11-FCFE01482326}" dt="2025-12-09T16:55:04.204" v="275" actId="26606"/>
          <ac:spMkLst>
            <pc:docMk/>
            <pc:sldMk cId="3457909651" sldId="282"/>
            <ac:spMk id="4" creationId="{E670AA9B-69F8-E7E8-8880-E6F13BE069F8}"/>
          </ac:spMkLst>
        </pc:spChg>
        <pc:spChg chg="del mod">
          <ac:chgData name="Vincent Smekens" userId="9a51b103-575c-4244-9f0d-742f9f070789" providerId="ADAL" clId="{446A5C84-3418-5635-9D11-FCFE01482326}" dt="2025-12-09T16:53:53.537" v="249"/>
          <ac:spMkLst>
            <pc:docMk/>
            <pc:sldMk cId="3457909651" sldId="282"/>
            <ac:spMk id="6" creationId="{8626E49C-81EF-F440-35EA-DA3D58225838}"/>
          </ac:spMkLst>
        </pc:spChg>
        <pc:spChg chg="mod">
          <ac:chgData name="Vincent Smekens" userId="9a51b103-575c-4244-9f0d-742f9f070789" providerId="ADAL" clId="{446A5C84-3418-5635-9D11-FCFE01482326}" dt="2025-12-09T16:49:17.278" v="246" actId="20577"/>
          <ac:spMkLst>
            <pc:docMk/>
            <pc:sldMk cId="3457909651" sldId="282"/>
            <ac:spMk id="8" creationId="{D126A074-115C-5B8E-6A42-23DDB687DBB5}"/>
          </ac:spMkLst>
        </pc:spChg>
        <pc:spChg chg="del mod">
          <ac:chgData name="Vincent Smekens" userId="9a51b103-575c-4244-9f0d-742f9f070789" providerId="ADAL" clId="{446A5C84-3418-5635-9D11-FCFE01482326}" dt="2025-12-09T16:54:20.396" v="257"/>
          <ac:spMkLst>
            <pc:docMk/>
            <pc:sldMk cId="3457909651" sldId="282"/>
            <ac:spMk id="9" creationId="{E1812381-A63E-1705-E8F0-3A2224A91CF8}"/>
          </ac:spMkLst>
        </pc:spChg>
        <pc:spChg chg="add del mod">
          <ac:chgData name="Vincent Smekens" userId="9a51b103-575c-4244-9f0d-742f9f070789" providerId="ADAL" clId="{446A5C84-3418-5635-9D11-FCFE01482326}" dt="2025-12-09T16:54:09.613" v="256" actId="478"/>
          <ac:spMkLst>
            <pc:docMk/>
            <pc:sldMk cId="3457909651" sldId="282"/>
            <ac:spMk id="13" creationId="{07E21205-C474-6C65-669F-3BCB300CA1CC}"/>
          </ac:spMkLst>
        </pc:spChg>
        <pc:spChg chg="add del mod">
          <ac:chgData name="Vincent Smekens" userId="9a51b103-575c-4244-9f0d-742f9f070789" providerId="ADAL" clId="{446A5C84-3418-5635-9D11-FCFE01482326}" dt="2025-12-09T16:54:36.292" v="261" actId="478"/>
          <ac:spMkLst>
            <pc:docMk/>
            <pc:sldMk cId="3457909651" sldId="282"/>
            <ac:spMk id="17" creationId="{64560FFC-3392-D511-B70A-410D5D4927FD}"/>
          </ac:spMkLst>
        </pc:spChg>
        <pc:spChg chg="add del mod">
          <ac:chgData name="Vincent Smekens" userId="9a51b103-575c-4244-9f0d-742f9f070789" providerId="ADAL" clId="{446A5C84-3418-5635-9D11-FCFE01482326}" dt="2025-12-09T16:54:58.021" v="267" actId="26606"/>
          <ac:spMkLst>
            <pc:docMk/>
            <pc:sldMk cId="3457909651" sldId="282"/>
            <ac:spMk id="23" creationId="{B6BD6C72-72C5-F293-1106-B80D97B0FE03}"/>
          </ac:spMkLst>
        </pc:spChg>
        <pc:spChg chg="add del mod">
          <ac:chgData name="Vincent Smekens" userId="9a51b103-575c-4244-9f0d-742f9f070789" providerId="ADAL" clId="{446A5C84-3418-5635-9D11-FCFE01482326}" dt="2025-12-09T16:54:58.021" v="267" actId="26606"/>
          <ac:spMkLst>
            <pc:docMk/>
            <pc:sldMk cId="3457909651" sldId="282"/>
            <ac:spMk id="25" creationId="{42C09DA8-EDB4-8917-0DBF-5C9C3EDFADCA}"/>
          </ac:spMkLst>
        </pc:spChg>
        <pc:spChg chg="add del mod">
          <ac:chgData name="Vincent Smekens" userId="9a51b103-575c-4244-9f0d-742f9f070789" providerId="ADAL" clId="{446A5C84-3418-5635-9D11-FCFE01482326}" dt="2025-12-09T16:54:58.021" v="267" actId="26606"/>
          <ac:spMkLst>
            <pc:docMk/>
            <pc:sldMk cId="3457909651" sldId="282"/>
            <ac:spMk id="27" creationId="{55B9D365-6DA4-2E23-A632-CCBB0F091E44}"/>
          </ac:spMkLst>
        </pc:spChg>
        <pc:spChg chg="add del mod">
          <ac:chgData name="Vincent Smekens" userId="9a51b103-575c-4244-9f0d-742f9f070789" providerId="ADAL" clId="{446A5C84-3418-5635-9D11-FCFE01482326}" dt="2025-12-09T16:54:58.021" v="267" actId="26606"/>
          <ac:spMkLst>
            <pc:docMk/>
            <pc:sldMk cId="3457909651" sldId="282"/>
            <ac:spMk id="29" creationId="{B4B37548-1F16-A7B5-22E5-7B79AFA40860}"/>
          </ac:spMkLst>
        </pc:spChg>
        <pc:spChg chg="add del mod">
          <ac:chgData name="Vincent Smekens" userId="9a51b103-575c-4244-9f0d-742f9f070789" providerId="ADAL" clId="{446A5C84-3418-5635-9D11-FCFE01482326}" dt="2025-12-09T16:54:58.021" v="267" actId="26606"/>
          <ac:spMkLst>
            <pc:docMk/>
            <pc:sldMk cId="3457909651" sldId="282"/>
            <ac:spMk id="31" creationId="{AA9974E7-4D1B-0A2F-1533-A9F0EE7E10F6}"/>
          </ac:spMkLst>
        </pc:spChg>
        <pc:spChg chg="add del mod">
          <ac:chgData name="Vincent Smekens" userId="9a51b103-575c-4244-9f0d-742f9f070789" providerId="ADAL" clId="{446A5C84-3418-5635-9D11-FCFE01482326}" dt="2025-12-09T16:54:58.021" v="267" actId="26606"/>
          <ac:spMkLst>
            <pc:docMk/>
            <pc:sldMk cId="3457909651" sldId="282"/>
            <ac:spMk id="39" creationId="{6606A081-A4FA-72C1-8DD4-4237E73E13F6}"/>
          </ac:spMkLst>
        </pc:spChg>
        <pc:spChg chg="add del mod">
          <ac:chgData name="Vincent Smekens" userId="9a51b103-575c-4244-9f0d-742f9f070789" providerId="ADAL" clId="{446A5C84-3418-5635-9D11-FCFE01482326}" dt="2025-12-09T16:54:58.021" v="267" actId="26606"/>
          <ac:spMkLst>
            <pc:docMk/>
            <pc:sldMk cId="3457909651" sldId="282"/>
            <ac:spMk id="41" creationId="{D86F7D5E-4052-DCF1-E8EC-1F736E0B0E89}"/>
          </ac:spMkLst>
        </pc:spChg>
        <pc:spChg chg="add del mod">
          <ac:chgData name="Vincent Smekens" userId="9a51b103-575c-4244-9f0d-742f9f070789" providerId="ADAL" clId="{446A5C84-3418-5635-9D11-FCFE01482326}" dt="2025-12-09T16:54:59.247" v="269" actId="26606"/>
          <ac:spMkLst>
            <pc:docMk/>
            <pc:sldMk cId="3457909651" sldId="282"/>
            <ac:spMk id="43" creationId="{F2605A4F-9E20-D4D0-0AD6-5E3356C7FCF8}"/>
          </ac:spMkLst>
        </pc:spChg>
        <pc:spChg chg="add del mod">
          <ac:chgData name="Vincent Smekens" userId="9a51b103-575c-4244-9f0d-742f9f070789" providerId="ADAL" clId="{446A5C84-3418-5635-9D11-FCFE01482326}" dt="2025-12-09T16:55:04.204" v="275" actId="26606"/>
          <ac:spMkLst>
            <pc:docMk/>
            <pc:sldMk cId="3457909651" sldId="282"/>
            <ac:spMk id="46" creationId="{6ACBD9F8-CA6E-F033-8426-FF986CFB8251}"/>
          </ac:spMkLst>
        </pc:spChg>
        <pc:spChg chg="add del mod">
          <ac:chgData name="Vincent Smekens" userId="9a51b103-575c-4244-9f0d-742f9f070789" providerId="ADAL" clId="{446A5C84-3418-5635-9D11-FCFE01482326}" dt="2025-12-09T16:55:04.204" v="275" actId="26606"/>
          <ac:spMkLst>
            <pc:docMk/>
            <pc:sldMk cId="3457909651" sldId="282"/>
            <ac:spMk id="48" creationId="{CAD4C544-32A0-397F-52D0-549CC42B187F}"/>
          </ac:spMkLst>
        </pc:spChg>
        <pc:spChg chg="add del mod">
          <ac:chgData name="Vincent Smekens" userId="9a51b103-575c-4244-9f0d-742f9f070789" providerId="ADAL" clId="{446A5C84-3418-5635-9D11-FCFE01482326}" dt="2025-12-09T16:55:04.204" v="275" actId="26606"/>
          <ac:spMkLst>
            <pc:docMk/>
            <pc:sldMk cId="3457909651" sldId="282"/>
            <ac:spMk id="49" creationId="{E309AE83-C84E-8A6B-AF87-94DD1BCF5056}"/>
          </ac:spMkLst>
        </pc:spChg>
        <pc:spChg chg="add del mod">
          <ac:chgData name="Vincent Smekens" userId="9a51b103-575c-4244-9f0d-742f9f070789" providerId="ADAL" clId="{446A5C84-3418-5635-9D11-FCFE01482326}" dt="2025-12-09T16:55:04.204" v="275" actId="26606"/>
          <ac:spMkLst>
            <pc:docMk/>
            <pc:sldMk cId="3457909651" sldId="282"/>
            <ac:spMk id="51" creationId="{3BA5E6AE-1488-426D-46E6-66D68ED6D100}"/>
          </ac:spMkLst>
        </pc:spChg>
        <pc:spChg chg="add del mod">
          <ac:chgData name="Vincent Smekens" userId="9a51b103-575c-4244-9f0d-742f9f070789" providerId="ADAL" clId="{446A5C84-3418-5635-9D11-FCFE01482326}" dt="2025-12-09T16:55:04.204" v="275" actId="26606"/>
          <ac:spMkLst>
            <pc:docMk/>
            <pc:sldMk cId="3457909651" sldId="282"/>
            <ac:spMk id="52" creationId="{FA1BD473-D766-6CCB-AE68-15E4EC3F61E0}"/>
          </ac:spMkLst>
        </pc:spChg>
        <pc:spChg chg="add del mod">
          <ac:chgData name="Vincent Smekens" userId="9a51b103-575c-4244-9f0d-742f9f070789" providerId="ADAL" clId="{446A5C84-3418-5635-9D11-FCFE01482326}" dt="2025-12-09T16:55:04.204" v="275" actId="26606"/>
          <ac:spMkLst>
            <pc:docMk/>
            <pc:sldMk cId="3457909651" sldId="282"/>
            <ac:spMk id="53" creationId="{ACFA00DE-B1A6-9283-8C2B-2308F95C983E}"/>
          </ac:spMkLst>
        </pc:spChg>
        <pc:spChg chg="add del mod">
          <ac:chgData name="Vincent Smekens" userId="9a51b103-575c-4244-9f0d-742f9f070789" providerId="ADAL" clId="{446A5C84-3418-5635-9D11-FCFE01482326}" dt="2025-12-09T16:55:04.204" v="275" actId="26606"/>
          <ac:spMkLst>
            <pc:docMk/>
            <pc:sldMk cId="3457909651" sldId="282"/>
            <ac:spMk id="54" creationId="{C9BC279E-DD1C-A12A-97DA-EBDF2CF9523A}"/>
          </ac:spMkLst>
        </pc:spChg>
        <pc:spChg chg="add del mod">
          <ac:chgData name="Vincent Smekens" userId="9a51b103-575c-4244-9f0d-742f9f070789" providerId="ADAL" clId="{446A5C84-3418-5635-9D11-FCFE01482326}" dt="2025-12-09T16:55:04.204" v="275" actId="26606"/>
          <ac:spMkLst>
            <pc:docMk/>
            <pc:sldMk cId="3457909651" sldId="282"/>
            <ac:spMk id="55" creationId="{3DEA9803-56E1-2BB0-A238-8D0DDA71CA05}"/>
          </ac:spMkLst>
        </pc:spChg>
        <pc:picChg chg="add del mod">
          <ac:chgData name="Vincent Smekens" userId="9a51b103-575c-4244-9f0d-742f9f070789" providerId="ADAL" clId="{446A5C84-3418-5635-9D11-FCFE01482326}" dt="2025-12-09T16:54:01.963" v="253" actId="478"/>
          <ac:picMkLst>
            <pc:docMk/>
            <pc:sldMk cId="3457909651" sldId="282"/>
            <ac:picMk id="11" creationId="{4AED9612-F478-5073-25F4-0A9AF047CB7F}"/>
          </ac:picMkLst>
        </pc:picChg>
        <pc:picChg chg="add del mod ord">
          <ac:chgData name="Vincent Smekens" userId="9a51b103-575c-4244-9f0d-742f9f070789" providerId="ADAL" clId="{446A5C84-3418-5635-9D11-FCFE01482326}" dt="2025-12-09T17:01:12.549" v="516" actId="478"/>
          <ac:picMkLst>
            <pc:docMk/>
            <pc:sldMk cId="3457909651" sldId="282"/>
            <ac:picMk id="14" creationId="{11CD6717-E374-2D40-7F52-4E8E23CB74DB}"/>
          </ac:picMkLst>
        </pc:picChg>
        <pc:picChg chg="add del mod">
          <ac:chgData name="Vincent Smekens" userId="9a51b103-575c-4244-9f0d-742f9f070789" providerId="ADAL" clId="{446A5C84-3418-5635-9D11-FCFE01482326}" dt="2025-12-09T16:54:27.709" v="260" actId="478"/>
          <ac:picMkLst>
            <pc:docMk/>
            <pc:sldMk cId="3457909651" sldId="282"/>
            <ac:picMk id="15" creationId="{9ACC6FF5-D5C1-EE38-1F51-99DB64A01274}"/>
          </ac:picMkLst>
        </pc:picChg>
        <pc:picChg chg="add mod ord">
          <ac:chgData name="Vincent Smekens" userId="9a51b103-575c-4244-9f0d-742f9f070789" providerId="ADAL" clId="{446A5C84-3418-5635-9D11-FCFE01482326}" dt="2025-12-09T16:55:19.278" v="280" actId="1076"/>
          <ac:picMkLst>
            <pc:docMk/>
            <pc:sldMk cId="3457909651" sldId="282"/>
            <ac:picMk id="18" creationId="{EBFD19D0-E8D5-8D3B-2E1A-7D3D24773442}"/>
          </ac:picMkLst>
        </pc:picChg>
        <pc:picChg chg="add mod">
          <ac:chgData name="Vincent Smekens" userId="9a51b103-575c-4244-9f0d-742f9f070789" providerId="ADAL" clId="{446A5C84-3418-5635-9D11-FCFE01482326}" dt="2025-12-09T17:01:16.907" v="518" actId="1076"/>
          <ac:picMkLst>
            <pc:docMk/>
            <pc:sldMk cId="3457909651" sldId="282"/>
            <ac:picMk id="19" creationId="{2C8955C0-B5EE-C900-0662-C7E3F8D8F40A}"/>
          </ac:picMkLst>
        </pc:picChg>
      </pc:sldChg>
      <pc:sldChg chg="addSp delSp modSp add mod ord">
        <pc:chgData name="Vincent Smekens" userId="9a51b103-575c-4244-9f0d-742f9f070789" providerId="ADAL" clId="{446A5C84-3418-5635-9D11-FCFE01482326}" dt="2025-12-09T17:05:21.242" v="540"/>
        <pc:sldMkLst>
          <pc:docMk/>
          <pc:sldMk cId="2475010715" sldId="283"/>
        </pc:sldMkLst>
        <pc:spChg chg="mod">
          <ac:chgData name="Vincent Smekens" userId="9a51b103-575c-4244-9f0d-742f9f070789" providerId="ADAL" clId="{446A5C84-3418-5635-9D11-FCFE01482326}" dt="2025-12-09T16:59:05.686" v="484" actId="20577"/>
          <ac:spMkLst>
            <pc:docMk/>
            <pc:sldMk cId="2475010715" sldId="283"/>
            <ac:spMk id="3" creationId="{E6A71B8C-F0B9-081A-30E0-51C3A8116B2D}"/>
          </ac:spMkLst>
        </pc:spChg>
        <pc:spChg chg="add del mod">
          <ac:chgData name="Vincent Smekens" userId="9a51b103-575c-4244-9f0d-742f9f070789" providerId="ADAL" clId="{446A5C84-3418-5635-9D11-FCFE01482326}" dt="2025-12-09T17:04:53.640" v="535" actId="931"/>
          <ac:spMkLst>
            <pc:docMk/>
            <pc:sldMk cId="2475010715" sldId="283"/>
            <ac:spMk id="9" creationId="{A51A9F81-7986-9619-669A-A056EAB8328F}"/>
          </ac:spMkLst>
        </pc:spChg>
        <pc:spChg chg="mod">
          <ac:chgData name="Vincent Smekens" userId="9a51b103-575c-4244-9f0d-742f9f070789" providerId="ADAL" clId="{446A5C84-3418-5635-9D11-FCFE01482326}" dt="2025-12-09T17:02:52.190" v="524" actId="20577"/>
          <ac:spMkLst>
            <pc:docMk/>
            <pc:sldMk cId="2475010715" sldId="283"/>
            <ac:spMk id="11" creationId="{F529862D-7460-F04C-EA29-4D49E95AC56B}"/>
          </ac:spMkLst>
        </pc:spChg>
        <pc:spChg chg="del">
          <ac:chgData name="Vincent Smekens" userId="9a51b103-575c-4244-9f0d-742f9f070789" providerId="ADAL" clId="{446A5C84-3418-5635-9D11-FCFE01482326}" dt="2025-12-09T17:03:10.495" v="525"/>
          <ac:spMkLst>
            <pc:docMk/>
            <pc:sldMk cId="2475010715" sldId="283"/>
            <ac:spMk id="13" creationId="{4143692D-012A-9D11-FB33-81ED962B823C}"/>
          </ac:spMkLst>
        </pc:spChg>
        <pc:spChg chg="mod">
          <ac:chgData name="Vincent Smekens" userId="9a51b103-575c-4244-9f0d-742f9f070789" providerId="ADAL" clId="{446A5C84-3418-5635-9D11-FCFE01482326}" dt="2025-12-09T16:59:11.144" v="494" actId="20577"/>
          <ac:spMkLst>
            <pc:docMk/>
            <pc:sldMk cId="2475010715" sldId="283"/>
            <ac:spMk id="15" creationId="{BB290CD9-AF27-5BC9-7E63-4685B5C3180C}"/>
          </ac:spMkLst>
        </pc:spChg>
        <pc:spChg chg="mod">
          <ac:chgData name="Vincent Smekens" userId="9a51b103-575c-4244-9f0d-742f9f070789" providerId="ADAL" clId="{446A5C84-3418-5635-9D11-FCFE01482326}" dt="2025-12-09T16:59:17.989" v="515" actId="20577"/>
          <ac:spMkLst>
            <pc:docMk/>
            <pc:sldMk cId="2475010715" sldId="283"/>
            <ac:spMk id="19" creationId="{6E527DCB-B9EF-996E-0862-0B2B55C60E1D}"/>
          </ac:spMkLst>
        </pc:spChg>
        <pc:spChg chg="del">
          <ac:chgData name="Vincent Smekens" userId="9a51b103-575c-4244-9f0d-742f9f070789" providerId="ADAL" clId="{446A5C84-3418-5635-9D11-FCFE01482326}" dt="2025-12-09T17:04:07.763" v="527"/>
          <ac:spMkLst>
            <pc:docMk/>
            <pc:sldMk cId="2475010715" sldId="283"/>
            <ac:spMk id="21" creationId="{07E7B9FA-F0B8-4047-5742-FE32575E7E5D}"/>
          </ac:spMkLst>
        </pc:spChg>
        <pc:spChg chg="mod">
          <ac:chgData name="Vincent Smekens" userId="9a51b103-575c-4244-9f0d-742f9f070789" providerId="ADAL" clId="{446A5C84-3418-5635-9D11-FCFE01482326}" dt="2025-12-09T16:59:15.716" v="513" actId="20577"/>
          <ac:spMkLst>
            <pc:docMk/>
            <pc:sldMk cId="2475010715" sldId="283"/>
            <ac:spMk id="23" creationId="{D2A1E79B-8383-97F9-9F2E-135B10D78A13}"/>
          </ac:spMkLst>
        </pc:spChg>
        <pc:spChg chg="del mod">
          <ac:chgData name="Vincent Smekens" userId="9a51b103-575c-4244-9f0d-742f9f070789" providerId="ADAL" clId="{446A5C84-3418-5635-9D11-FCFE01482326}" dt="2025-12-09T17:04:58.191" v="538" actId="931"/>
          <ac:spMkLst>
            <pc:docMk/>
            <pc:sldMk cId="2475010715" sldId="283"/>
            <ac:spMk id="26" creationId="{59FF5020-029B-58E3-BA12-8B8F3E696838}"/>
          </ac:spMkLst>
        </pc:spChg>
        <pc:spChg chg="del">
          <ac:chgData name="Vincent Smekens" userId="9a51b103-575c-4244-9f0d-742f9f070789" providerId="ADAL" clId="{446A5C84-3418-5635-9D11-FCFE01482326}" dt="2025-12-09T17:05:21.242" v="540"/>
          <ac:spMkLst>
            <pc:docMk/>
            <pc:sldMk cId="2475010715" sldId="283"/>
            <ac:spMk id="30" creationId="{7DEA5886-9D4F-5142-4D61-DA3C406EE701}"/>
          </ac:spMkLst>
        </pc:spChg>
        <pc:picChg chg="add mod">
          <ac:chgData name="Vincent Smekens" userId="9a51b103-575c-4244-9f0d-742f9f070789" providerId="ADAL" clId="{446A5C84-3418-5635-9D11-FCFE01482326}" dt="2025-12-09T17:04:55.266" v="536" actId="27614"/>
          <ac:picMkLst>
            <pc:docMk/>
            <pc:sldMk cId="2475010715" sldId="283"/>
            <ac:picMk id="24" creationId="{64431FC3-E0E8-7D5E-FAB2-DB3EBD4EAC85}"/>
          </ac:picMkLst>
        </pc:picChg>
        <pc:picChg chg="add mod">
          <ac:chgData name="Vincent Smekens" userId="9a51b103-575c-4244-9f0d-742f9f070789" providerId="ADAL" clId="{446A5C84-3418-5635-9D11-FCFE01482326}" dt="2025-12-09T17:04:59.707" v="539" actId="27614"/>
          <ac:picMkLst>
            <pc:docMk/>
            <pc:sldMk cId="2475010715" sldId="283"/>
            <ac:picMk id="27" creationId="{8EC159E2-7DD8-8576-E437-EB22E06742EC}"/>
          </ac:picMkLst>
        </pc:picChg>
        <pc:picChg chg="add mod">
          <ac:chgData name="Vincent Smekens" userId="9a51b103-575c-4244-9f0d-742f9f070789" providerId="ADAL" clId="{446A5C84-3418-5635-9D11-FCFE01482326}" dt="2025-12-09T17:03:13.111" v="526" actId="1076"/>
          <ac:picMkLst>
            <pc:docMk/>
            <pc:sldMk cId="2475010715" sldId="283"/>
            <ac:picMk id="1026" creationId="{0E9CA6DC-8874-102D-7CD3-BCD71581D27B}"/>
          </ac:picMkLst>
        </pc:picChg>
        <pc:picChg chg="add del mod">
          <ac:chgData name="Vincent Smekens" userId="9a51b103-575c-4244-9f0d-742f9f070789" providerId="ADAL" clId="{446A5C84-3418-5635-9D11-FCFE01482326}" dt="2025-12-09T17:04:42.388" v="534" actId="478"/>
          <ac:picMkLst>
            <pc:docMk/>
            <pc:sldMk cId="2475010715" sldId="283"/>
            <ac:picMk id="1028" creationId="{FD45114B-EF27-68BE-CB6E-1ED9A14644B1}"/>
          </ac:picMkLst>
        </pc:picChg>
        <pc:picChg chg="add mod">
          <ac:chgData name="Vincent Smekens" userId="9a51b103-575c-4244-9f0d-742f9f070789" providerId="ADAL" clId="{446A5C84-3418-5635-9D11-FCFE01482326}" dt="2025-12-09T17:05:21.242" v="540"/>
          <ac:picMkLst>
            <pc:docMk/>
            <pc:sldMk cId="2475010715" sldId="283"/>
            <ac:picMk id="1030" creationId="{FCED5A9A-1119-1A70-F342-96DAEE93CE97}"/>
          </ac:picMkLst>
        </pc:picChg>
      </pc:sldChg>
      <pc:sldChg chg="add">
        <pc:chgData name="Vincent Smekens" userId="9a51b103-575c-4244-9f0d-742f9f070789" providerId="ADAL" clId="{446A5C84-3418-5635-9D11-FCFE01482326}" dt="2025-12-09T17:06:04.140" v="544" actId="2890"/>
        <pc:sldMkLst>
          <pc:docMk/>
          <pc:sldMk cId="2370564516" sldId="28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Blad1!$B$1</c:f>
              <c:strCache>
                <c:ptCount val="1"/>
                <c:pt idx="0">
                  <c:v>Reeks 1</c:v>
                </c:pt>
              </c:strCache>
            </c:strRef>
          </c:tx>
          <c:spPr>
            <a:solidFill>
              <a:schemeClr val="accent2">
                <a:tint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28D-49C3-B4B5-C5A52920071C}"/>
            </c:ext>
          </c:extLst>
        </c:ser>
        <c:ser>
          <c:idx val="1"/>
          <c:order val="1"/>
          <c:tx>
            <c:strRef>
              <c:f>Blad1!$C$1</c:f>
              <c:strCache>
                <c:ptCount val="1"/>
                <c:pt idx="0">
                  <c:v>Reeks 2</c:v>
                </c:pt>
              </c:strCache>
            </c:strRef>
          </c:tx>
          <c:spPr>
            <a:solidFill>
              <a:schemeClr val="accent2"/>
            </a:solidFill>
            <a:ln>
              <a:noFill/>
            </a:ln>
            <a:effectLst/>
          </c:spPr>
          <c:invertIfNegative val="0"/>
          <c:cat>
            <c:strRef>
              <c:f>Blad1!$A$2:$A$5</c:f>
              <c:strCache>
                <c:ptCount val="4"/>
                <c:pt idx="0">
                  <c:v>Categorie 1</c:v>
                </c:pt>
                <c:pt idx="1">
                  <c:v>Categorie 2</c:v>
                </c:pt>
                <c:pt idx="2">
                  <c:v>Categorie 3</c:v>
                </c:pt>
                <c:pt idx="3">
                  <c:v>Categorie 4</c:v>
                </c:pt>
              </c:strCache>
            </c:strRef>
          </c:cat>
          <c:val>
            <c:numRef>
              <c:f>Blad1!$C$2:$C$5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28D-49C3-B4B5-C5A52920071C}"/>
            </c:ext>
          </c:extLst>
        </c:ser>
        <c:ser>
          <c:idx val="2"/>
          <c:order val="2"/>
          <c:tx>
            <c:strRef>
              <c:f>Blad1!$D$1</c:f>
              <c:strCache>
                <c:ptCount val="1"/>
                <c:pt idx="0">
                  <c:v>Reeks 3</c:v>
                </c:pt>
              </c:strCache>
            </c:strRef>
          </c:tx>
          <c:spPr>
            <a:solidFill>
              <a:schemeClr val="accent2">
                <a:shade val="65000"/>
              </a:schemeClr>
            </a:solidFill>
            <a:ln>
              <a:noFill/>
            </a:ln>
            <a:effectLst/>
          </c:spPr>
          <c:invertIfNegative val="0"/>
          <c:cat>
            <c:strRef>
              <c:f>Blad1!$A$2:$A$5</c:f>
              <c:strCache>
                <c:ptCount val="4"/>
                <c:pt idx="0">
                  <c:v>Categorie 1</c:v>
                </c:pt>
                <c:pt idx="1">
                  <c:v>Categorie 2</c:v>
                </c:pt>
                <c:pt idx="2">
                  <c:v>Categorie 3</c:v>
                </c:pt>
                <c:pt idx="3">
                  <c:v>Categorie 4</c:v>
                </c:pt>
              </c:strCache>
            </c:strRef>
          </c:cat>
          <c:val>
            <c:numRef>
              <c:f>Blad1!$D$2:$D$5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28D-49C3-B4B5-C5A52920071C}"/>
            </c:ext>
          </c:extLst>
        </c:ser>
        <c:dLbls>
          <c:showLegendKey val="0"/>
          <c:showVal val="0"/>
          <c:showCatName val="0"/>
          <c:showSerName val="0"/>
          <c:showPercent val="0"/>
          <c:showBubbleSize val="0"/>
        </c:dLbls>
        <c:gapWidth val="219"/>
        <c:overlap val="-27"/>
        <c:axId val="2062507327"/>
        <c:axId val="2062505663"/>
      </c:barChart>
      <c:catAx>
        <c:axId val="2062507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2505663"/>
        <c:crosses val="autoZero"/>
        <c:auto val="1"/>
        <c:lblAlgn val="ctr"/>
        <c:lblOffset val="100"/>
        <c:noMultiLvlLbl val="0"/>
      </c:catAx>
      <c:valAx>
        <c:axId val="2062505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62507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2-03-02T14:23:58.224" idx="8">
    <p:pos x="348" y="1235"/>
    <p:text>Helaas is het niet mogelijk om op de template in te stellen dat er meer rood om de tekst heen komt.</p:text>
    <p:extLst>
      <p:ext uri="{C676402C-5697-4E1C-873F-D02D1690AC5C}">
        <p15:threadingInfo xmlns:p15="http://schemas.microsoft.com/office/powerpoint/2012/main" timeZoneBias="-60"/>
      </p:ext>
    </p:extLst>
  </p:cm>
  <p:cm authorId="1" dt="2022-03-02T14:25:00.992" idx="9">
    <p:pos x="357" y="1035"/>
    <p:text>Een mogelijkheid om het evt. op te lossen is door ervoor te kiezen om 2 aparte regels tekst aan te maken en deze tekstvakken een rode achtergrond te geven om toch dat tape gevoel te creëren. 
Daarbij moet wel rekening gehouden worden dat als je een titel of zin over 2 regels wilt zetten je het vervolg dan handmatig in de tweede regel (tekstvak) moet plaatsen.</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09-12-2025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a:t>
            </a:fld>
            <a:endParaRPr lang="nl-NL" dirty="0"/>
          </a:p>
        </p:txBody>
      </p:sp>
    </p:spTree>
    <p:extLst>
      <p:ext uri="{BB962C8B-B14F-4D97-AF65-F5344CB8AC3E}">
        <p14:creationId xmlns:p14="http://schemas.microsoft.com/office/powerpoint/2010/main" val="2755846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2</a:t>
            </a:fld>
            <a:endParaRPr lang="nl-NL" dirty="0"/>
          </a:p>
        </p:txBody>
      </p:sp>
    </p:spTree>
    <p:extLst>
      <p:ext uri="{BB962C8B-B14F-4D97-AF65-F5344CB8AC3E}">
        <p14:creationId xmlns:p14="http://schemas.microsoft.com/office/powerpoint/2010/main" val="165456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22EF1-5556-44E5-6D98-4193E505CE1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5451B6C-C846-C74A-06F2-43E31D9E2A6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46574DB-CE7F-4AA2-0673-91534674B8DC}"/>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852A197D-946E-EC8B-31AB-23409799C52A}"/>
              </a:ext>
            </a:extLst>
          </p:cNvPr>
          <p:cNvSpPr>
            <a:spLocks noGrp="1"/>
          </p:cNvSpPr>
          <p:nvPr>
            <p:ph type="sldNum" sz="quarter" idx="5"/>
          </p:nvPr>
        </p:nvSpPr>
        <p:spPr/>
        <p:txBody>
          <a:bodyPr/>
          <a:lstStyle/>
          <a:p>
            <a:fld id="{48C176B4-2F3E-4542-A88B-B482618D0CAA}" type="slidenum">
              <a:rPr lang="nl-NL" smtClean="0"/>
              <a:t>3</a:t>
            </a:fld>
            <a:endParaRPr lang="nl-NL" dirty="0"/>
          </a:p>
        </p:txBody>
      </p:sp>
    </p:spTree>
    <p:extLst>
      <p:ext uri="{BB962C8B-B14F-4D97-AF65-F5344CB8AC3E}">
        <p14:creationId xmlns:p14="http://schemas.microsoft.com/office/powerpoint/2010/main" val="3972359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3C6F-D5E5-B22B-EA6E-498218FB8D5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83F650E-5A2C-FED9-D400-D0549DB23E6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3DA8C82-9842-B473-960E-AB325BC26717}"/>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11BFC152-4CD4-0817-EAD7-DF519330B098}"/>
              </a:ext>
            </a:extLst>
          </p:cNvPr>
          <p:cNvSpPr>
            <a:spLocks noGrp="1"/>
          </p:cNvSpPr>
          <p:nvPr>
            <p:ph type="sldNum" sz="quarter" idx="5"/>
          </p:nvPr>
        </p:nvSpPr>
        <p:spPr/>
        <p:txBody>
          <a:bodyPr/>
          <a:lstStyle/>
          <a:p>
            <a:fld id="{48C176B4-2F3E-4542-A88B-B482618D0CAA}" type="slidenum">
              <a:rPr lang="nl-NL" smtClean="0"/>
              <a:t>4</a:t>
            </a:fld>
            <a:endParaRPr lang="nl-NL" dirty="0"/>
          </a:p>
        </p:txBody>
      </p:sp>
    </p:spTree>
    <p:extLst>
      <p:ext uri="{BB962C8B-B14F-4D97-AF65-F5344CB8AC3E}">
        <p14:creationId xmlns:p14="http://schemas.microsoft.com/office/powerpoint/2010/main" val="1255401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5</a:t>
            </a:fld>
            <a:endParaRPr lang="nl-NL" dirty="0"/>
          </a:p>
        </p:txBody>
      </p:sp>
    </p:spTree>
    <p:extLst>
      <p:ext uri="{BB962C8B-B14F-4D97-AF65-F5344CB8AC3E}">
        <p14:creationId xmlns:p14="http://schemas.microsoft.com/office/powerpoint/2010/main" val="2478078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2237-B052-0039-A6F3-148FB10CAE2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CA6801F-F028-3045-B6CD-9B5B2529ADF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4FE3182-794D-DE9A-5F1F-76A04679B87D}"/>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5B98CBCD-1A9C-5D40-4948-1FD2AAB30FC5}"/>
              </a:ext>
            </a:extLst>
          </p:cNvPr>
          <p:cNvSpPr>
            <a:spLocks noGrp="1"/>
          </p:cNvSpPr>
          <p:nvPr>
            <p:ph type="sldNum" sz="quarter" idx="5"/>
          </p:nvPr>
        </p:nvSpPr>
        <p:spPr/>
        <p:txBody>
          <a:bodyPr/>
          <a:lstStyle/>
          <a:p>
            <a:fld id="{48C176B4-2F3E-4542-A88B-B482618D0CAA}" type="slidenum">
              <a:rPr lang="nl-NL" smtClean="0"/>
              <a:t>6</a:t>
            </a:fld>
            <a:endParaRPr lang="nl-NL" dirty="0"/>
          </a:p>
        </p:txBody>
      </p:sp>
    </p:spTree>
    <p:extLst>
      <p:ext uri="{BB962C8B-B14F-4D97-AF65-F5344CB8AC3E}">
        <p14:creationId xmlns:p14="http://schemas.microsoft.com/office/powerpoint/2010/main" val="3910047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7</a:t>
            </a:fld>
            <a:endParaRPr lang="nl-NL" dirty="0"/>
          </a:p>
        </p:txBody>
      </p:sp>
    </p:spTree>
    <p:extLst>
      <p:ext uri="{BB962C8B-B14F-4D97-AF65-F5344CB8AC3E}">
        <p14:creationId xmlns:p14="http://schemas.microsoft.com/office/powerpoint/2010/main" val="3594789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3D028-B652-CCFF-3E40-F89F1E74BCE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663F91C-0FD0-4294-4BCE-F13DCE0DD4B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33E9D53-B5C9-C23B-C00C-22AF036862C7}"/>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12E1B1AF-1566-BC46-42D2-C98A9EEA2DF0}"/>
              </a:ext>
            </a:extLst>
          </p:cNvPr>
          <p:cNvSpPr>
            <a:spLocks noGrp="1"/>
          </p:cNvSpPr>
          <p:nvPr>
            <p:ph type="sldNum" sz="quarter" idx="5"/>
          </p:nvPr>
        </p:nvSpPr>
        <p:spPr/>
        <p:txBody>
          <a:bodyPr/>
          <a:lstStyle/>
          <a:p>
            <a:fld id="{48C176B4-2F3E-4542-A88B-B482618D0CAA}" type="slidenum">
              <a:rPr lang="nl-NL" smtClean="0"/>
              <a:t>8</a:t>
            </a:fld>
            <a:endParaRPr lang="nl-NL" dirty="0"/>
          </a:p>
        </p:txBody>
      </p:sp>
    </p:spTree>
    <p:extLst>
      <p:ext uri="{BB962C8B-B14F-4D97-AF65-F5344CB8AC3E}">
        <p14:creationId xmlns:p14="http://schemas.microsoft.com/office/powerpoint/2010/main" val="143468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9AE3-6501-7CFD-A7FC-FF9F59B6DC2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6139D1A-29B7-3B4D-21B4-40CB52FDDF6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388BCD6-C38C-7F19-BBB6-557C9125FB11}"/>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FAB6A967-08F8-F918-18AD-9894C28AFCA3}"/>
              </a:ext>
            </a:extLst>
          </p:cNvPr>
          <p:cNvSpPr>
            <a:spLocks noGrp="1"/>
          </p:cNvSpPr>
          <p:nvPr>
            <p:ph type="sldNum" sz="quarter" idx="5"/>
          </p:nvPr>
        </p:nvSpPr>
        <p:spPr/>
        <p:txBody>
          <a:bodyPr/>
          <a:lstStyle/>
          <a:p>
            <a:fld id="{48C176B4-2F3E-4542-A88B-B482618D0CAA}" type="slidenum">
              <a:rPr lang="nl-NL" smtClean="0"/>
              <a:t>9</a:t>
            </a:fld>
            <a:endParaRPr lang="nl-NL" dirty="0"/>
          </a:p>
        </p:txBody>
      </p:sp>
    </p:spTree>
    <p:extLst>
      <p:ext uri="{BB962C8B-B14F-4D97-AF65-F5344CB8AC3E}">
        <p14:creationId xmlns:p14="http://schemas.microsoft.com/office/powerpoint/2010/main" val="356314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0CE61-8F4E-DA76-8104-1B8924C3836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A94108A-8555-44B8-B7E2-4C53B5AA585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12B8038-67C7-DBBA-B056-AC4B949C4583}"/>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82060987-51B8-963F-0FBC-9AE2103C643A}"/>
              </a:ext>
            </a:extLst>
          </p:cNvPr>
          <p:cNvSpPr>
            <a:spLocks noGrp="1"/>
          </p:cNvSpPr>
          <p:nvPr>
            <p:ph type="sldNum" sz="quarter" idx="5"/>
          </p:nvPr>
        </p:nvSpPr>
        <p:spPr/>
        <p:txBody>
          <a:bodyPr/>
          <a:lstStyle/>
          <a:p>
            <a:fld id="{48C176B4-2F3E-4542-A88B-B482618D0CAA}" type="slidenum">
              <a:rPr lang="nl-NL" smtClean="0"/>
              <a:t>10</a:t>
            </a:fld>
            <a:endParaRPr lang="nl-NL" dirty="0"/>
          </a:p>
        </p:txBody>
      </p:sp>
    </p:spTree>
    <p:extLst>
      <p:ext uri="{BB962C8B-B14F-4D97-AF65-F5344CB8AC3E}">
        <p14:creationId xmlns:p14="http://schemas.microsoft.com/office/powerpoint/2010/main" val="3423519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11</a:t>
            </a:fld>
            <a:endParaRPr lang="nl-NL" dirty="0"/>
          </a:p>
        </p:txBody>
      </p:sp>
    </p:spTree>
    <p:extLst>
      <p:ext uri="{BB962C8B-B14F-4D97-AF65-F5344CB8AC3E}">
        <p14:creationId xmlns:p14="http://schemas.microsoft.com/office/powerpoint/2010/main" val="947040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12</a:t>
            </a:fld>
            <a:endParaRPr lang="nl-NL" dirty="0"/>
          </a:p>
        </p:txBody>
      </p:sp>
    </p:spTree>
    <p:extLst>
      <p:ext uri="{BB962C8B-B14F-4D97-AF65-F5344CB8AC3E}">
        <p14:creationId xmlns:p14="http://schemas.microsoft.com/office/powerpoint/2010/main" val="3210650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13</a:t>
            </a:fld>
            <a:endParaRPr lang="nl-NL" dirty="0"/>
          </a:p>
        </p:txBody>
      </p:sp>
    </p:spTree>
    <p:extLst>
      <p:ext uri="{BB962C8B-B14F-4D97-AF65-F5344CB8AC3E}">
        <p14:creationId xmlns:p14="http://schemas.microsoft.com/office/powerpoint/2010/main" val="533232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14</a:t>
            </a:fld>
            <a:endParaRPr lang="nl-NL" dirty="0"/>
          </a:p>
        </p:txBody>
      </p:sp>
    </p:spTree>
    <p:extLst>
      <p:ext uri="{BB962C8B-B14F-4D97-AF65-F5344CB8AC3E}">
        <p14:creationId xmlns:p14="http://schemas.microsoft.com/office/powerpoint/2010/main" val="1731132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15</a:t>
            </a:fld>
            <a:endParaRPr lang="nl-NL" dirty="0"/>
          </a:p>
        </p:txBody>
      </p:sp>
    </p:spTree>
    <p:extLst>
      <p:ext uri="{BB962C8B-B14F-4D97-AF65-F5344CB8AC3E}">
        <p14:creationId xmlns:p14="http://schemas.microsoft.com/office/powerpoint/2010/main" val="132796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16</a:t>
            </a:fld>
            <a:endParaRPr lang="nl-NL" dirty="0"/>
          </a:p>
        </p:txBody>
      </p:sp>
    </p:spTree>
    <p:extLst>
      <p:ext uri="{BB962C8B-B14F-4D97-AF65-F5344CB8AC3E}">
        <p14:creationId xmlns:p14="http://schemas.microsoft.com/office/powerpoint/2010/main" val="4145220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17</a:t>
            </a:fld>
            <a:endParaRPr lang="nl-NL" dirty="0"/>
          </a:p>
        </p:txBody>
      </p:sp>
    </p:spTree>
    <p:extLst>
      <p:ext uri="{BB962C8B-B14F-4D97-AF65-F5344CB8AC3E}">
        <p14:creationId xmlns:p14="http://schemas.microsoft.com/office/powerpoint/2010/main" val="3531425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18</a:t>
            </a:fld>
            <a:endParaRPr lang="nl-NL" dirty="0"/>
          </a:p>
        </p:txBody>
      </p:sp>
    </p:spTree>
    <p:extLst>
      <p:ext uri="{BB962C8B-B14F-4D97-AF65-F5344CB8AC3E}">
        <p14:creationId xmlns:p14="http://schemas.microsoft.com/office/powerpoint/2010/main" val="18450903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19</a:t>
            </a:fld>
            <a:endParaRPr lang="nl-NL" dirty="0"/>
          </a:p>
        </p:txBody>
      </p:sp>
    </p:spTree>
    <p:extLst>
      <p:ext uri="{BB962C8B-B14F-4D97-AF65-F5344CB8AC3E}">
        <p14:creationId xmlns:p14="http://schemas.microsoft.com/office/powerpoint/2010/main" val="3233269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20</a:t>
            </a:fld>
            <a:endParaRPr lang="nl-NL" dirty="0"/>
          </a:p>
        </p:txBody>
      </p:sp>
    </p:spTree>
    <p:extLst>
      <p:ext uri="{BB962C8B-B14F-4D97-AF65-F5344CB8AC3E}">
        <p14:creationId xmlns:p14="http://schemas.microsoft.com/office/powerpoint/2010/main" val="159306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23</a:t>
            </a:fld>
            <a:endParaRPr lang="nl-NL" dirty="0"/>
          </a:p>
        </p:txBody>
      </p:sp>
    </p:spTree>
    <p:extLst>
      <p:ext uri="{BB962C8B-B14F-4D97-AF65-F5344CB8AC3E}">
        <p14:creationId xmlns:p14="http://schemas.microsoft.com/office/powerpoint/2010/main" val="279667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Master" Target="../slideMasters/slideMaster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s://community.pptsolutions.nl/resources/powerpoint-kennisbank/template-instructies/werken-met-tekstlevels" TargetMode="External"/><Relationship Id="rId13" Type="http://schemas.openxmlformats.org/officeDocument/2006/relationships/hyperlink" Target="https://community.pptsolutions.nl/" TargetMode="External"/><Relationship Id="rId3" Type="http://schemas.openxmlformats.org/officeDocument/2006/relationships/hyperlink" Target="https://youtube.com/t1mKSiMRSxE" TargetMode="External"/><Relationship Id="rId7" Type="http://schemas.openxmlformats.org/officeDocument/2006/relationships/hyperlink" Target="https://youtube.com/0S5JXp8v6iM" TargetMode="External"/><Relationship Id="rId12" Type="http://schemas.openxmlformats.org/officeDocument/2006/relationships/hyperlink" Target="https://community.pptsolutions.nl/resources/powerpoint-kennisbank/template-instructies/werken-met-videos" TargetMode="External"/><Relationship Id="rId2" Type="http://schemas.openxmlformats.org/officeDocument/2006/relationships/hyperlink" Target="https://youtube.com/oNGTAj4ajJ4" TargetMode="External"/><Relationship Id="rId1" Type="http://schemas.openxmlformats.org/officeDocument/2006/relationships/slideMaster" Target="../slideMasters/slideMaster2.xml"/><Relationship Id="rId6" Type="http://schemas.openxmlformats.org/officeDocument/2006/relationships/hyperlink" Target="http://www.pptsolutions.eu/" TargetMode="External"/><Relationship Id="rId11" Type="http://schemas.openxmlformats.org/officeDocument/2006/relationships/hyperlink" Target="https://community.pptsolutions.nl/resources/powerpoint-kennisbank/template-instructies/werken-met-tabellen" TargetMode="External"/><Relationship Id="rId5" Type="http://schemas.openxmlformats.org/officeDocument/2006/relationships/hyperlink" Target="https://youtube.com/u-AgyEON7cU" TargetMode="External"/><Relationship Id="rId10" Type="http://schemas.openxmlformats.org/officeDocument/2006/relationships/hyperlink" Target="https://community.pptsolutions.nl/resources/powerpoint-kennisbank/template-instructies/werken-met-grafieken" TargetMode="External"/><Relationship Id="rId4" Type="http://schemas.openxmlformats.org/officeDocument/2006/relationships/hyperlink" Target="https://youtube.com/o9RYr_eAR" TargetMode="External"/><Relationship Id="rId9" Type="http://schemas.openxmlformats.org/officeDocument/2006/relationships/hyperlink" Target="https://community.pptsolutions.nl/resources/powerpoint-kennisbank/template-instructies/werken-met-afbeeldingen"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hyperlink" Target="https://pptsolutions.nl/slidebuilder/" TargetMode="External"/><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hyperlink" Target="https://pptsolutions.nl/slidebuilder-functionaliteiten/" TargetMode="Externa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Plaats hier de titel van de presentatie (max. 3 regels)</a:t>
            </a:r>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een subtitel</a:t>
            </a:r>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a:t>
            </a:fld>
            <a:endParaRPr lang="nl-NL" noProof="0" dirty="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50682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Titeldia</a:t>
            </a:r>
          </a:p>
        </p:txBody>
      </p:sp>
      <p:sp>
        <p:nvSpPr>
          <p:cNvPr id="26" name="Tijdelijke aanduiding voor tekst 25">
            <a:extLst>
              <a:ext uri="{FF2B5EF4-FFF2-40B4-BE49-F238E27FC236}">
                <a16:creationId xmlns:a16="http://schemas.microsoft.com/office/drawing/2014/main" id="{E9C104F2-B74C-4D8A-AD98-1143D936D1D3}"/>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Naam spreker | Plaats</a:t>
            </a:r>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fld id="{4053BE14-0DCC-4BDA-AC66-0E75B0707A02}" type="datetime4">
              <a:rPr lang="nl-NL" smtClean="0"/>
              <a:pPr/>
              <a:t>9 december 2025</a:t>
            </a:fld>
            <a:endParaRPr lang="nl-NL" dirty="0"/>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28227014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D478D012-3D28-465A-91B9-EF0E898BB42D}"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102592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402545262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fld id="{D478D012-3D28-465A-91B9-EF0E898BB42D}"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51895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 + INHOUD</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0818711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AFBEEELDING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a:t>
            </a:fld>
            <a:endParaRPr lang="nl-NL" noProof="0"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51319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70% TEKST + 30% AFBEEELDING</a:t>
            </a:r>
          </a:p>
        </p:txBody>
      </p:sp>
      <p:sp>
        <p:nvSpPr>
          <p:cNvPr id="10" name="Tijdelijke aanduiding voor tekst 11">
            <a:extLst>
              <a:ext uri="{FF2B5EF4-FFF2-40B4-BE49-F238E27FC236}">
                <a16:creationId xmlns:a16="http://schemas.microsoft.com/office/drawing/2014/main" id="{FB055F59-6FB6-4891-ABF6-AB42B7E5207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2360192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KST + 50% AFBEELDING">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2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fld id="{D478D012-3D28-465A-91B9-EF0E898BB42D}"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47471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TEKST + 50% AFBEELDING</a:t>
            </a:r>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968118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AFBEELDING (M)">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dirty="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891166"/>
            <a:ext cx="5217206" cy="182372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3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21158" y="410896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dirty="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414523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AFBEEELDING (M)</a:t>
            </a:r>
          </a:p>
        </p:txBody>
      </p:sp>
      <p:sp>
        <p:nvSpPr>
          <p:cNvPr id="11" name="Tijdelijke aanduiding voor tekst 10">
            <a:extLst>
              <a:ext uri="{FF2B5EF4-FFF2-40B4-BE49-F238E27FC236}">
                <a16:creationId xmlns:a16="http://schemas.microsoft.com/office/drawing/2014/main" id="{DCDF6C95-E627-4E17-B9A7-8845D8E3A4C9}"/>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dirty="0"/>
              <a:t> </a:t>
            </a:r>
          </a:p>
        </p:txBody>
      </p:sp>
      <p:sp>
        <p:nvSpPr>
          <p:cNvPr id="12" name="Tijdelijke aanduiding voor tekst 11">
            <a:extLst>
              <a:ext uri="{FF2B5EF4-FFF2-40B4-BE49-F238E27FC236}">
                <a16:creationId xmlns:a16="http://schemas.microsoft.com/office/drawing/2014/main" id="{CD85078D-CCEE-4570-BC84-B10254B9CE9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5401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 TITEL">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2"/>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17603"/>
            <a:ext cx="3945531" cy="1566198"/>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Plaats hier de titel van de dia</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50499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AFBEEELDING + TITEL</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8100058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AFBEELDING">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07039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100% AFBEEELDING</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6535817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2x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hasCustomPrompt="1"/>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hasCustomPrompt="1"/>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9149300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hasCustomPrompt="1"/>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hasCustomPrompt="1"/>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hasCustomPrompt="1"/>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5942453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FOTO + TEKST">
    <p:bg>
      <p:bgPr>
        <a:solidFill>
          <a:srgbClr val="EBEBEC"/>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424943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tekst</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hasCustomPrompt="1"/>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hasCustomPrompt="1"/>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7708350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ASLIDE + 4 AFBEELDINGEN">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0933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Themaslide + 4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hasCustomPrompt="1"/>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hasCustomPrompt="1"/>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hasCustomPrompt="1"/>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84583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ESLIDE + 2 AFBEELDING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61401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INTRODUCTIESLIDE + 2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hasCustomPrompt="1"/>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hasCustomPrompt="1"/>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Tree>
    <p:extLst>
      <p:ext uri="{BB962C8B-B14F-4D97-AF65-F5344CB8AC3E}">
        <p14:creationId xmlns:p14="http://schemas.microsoft.com/office/powerpoint/2010/main" val="21925397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78525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GRAFIEK</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4974443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43629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GRAFIEK</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088633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3641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TABEL</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115884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TABEL</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33927370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FOTO - TEKST (HORIZONTA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hasCustomPrompt="1"/>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Tijdelijke aanduiding voor tekst 8">
            <a:extLst>
              <a:ext uri="{FF2B5EF4-FFF2-40B4-BE49-F238E27FC236}">
                <a16:creationId xmlns:a16="http://schemas.microsoft.com/office/drawing/2014/main" id="{86997B55-AA5F-4926-827F-FFB10A3DC35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fld id="{731CD031-FC28-41D7-9493-FCE2B056A56B}"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43148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FOTO - TEKST (HORIZONTAAL)</a:t>
            </a:r>
          </a:p>
        </p:txBody>
      </p:sp>
      <p:sp>
        <p:nvSpPr>
          <p:cNvPr id="8" name="Tijdelijke aanduiding voor tekst 7">
            <a:extLst>
              <a:ext uri="{FF2B5EF4-FFF2-40B4-BE49-F238E27FC236}">
                <a16:creationId xmlns:a16="http://schemas.microsoft.com/office/drawing/2014/main" id="{34301C3C-7192-4E7A-8F6C-F9C9F2C1AF7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2616589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5" y="0"/>
            <a:ext cx="4870946" cy="6858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8" name="Vrije vorm: vorm 27">
            <a:extLst>
              <a:ext uri="{FF2B5EF4-FFF2-40B4-BE49-F238E27FC236}">
                <a16:creationId xmlns:a16="http://schemas.microsoft.com/office/drawing/2014/main" id="{79C4A7C2-D95E-409A-A2EC-DB52DD022004}"/>
              </a:ext>
            </a:extLst>
          </p:cNvPr>
          <p:cNvSpPr/>
          <p:nvPr userDrawn="1"/>
        </p:nvSpPr>
        <p:spPr>
          <a:xfrm>
            <a:off x="0" y="1"/>
            <a:ext cx="8931297" cy="6858000"/>
          </a:xfrm>
          <a:custGeom>
            <a:avLst/>
            <a:gdLst>
              <a:gd name="connsiteX0" fmla="*/ 0 w 8931297"/>
              <a:gd name="connsiteY0" fmla="*/ 0 h 6866965"/>
              <a:gd name="connsiteX1" fmla="*/ 7704166 w 8931297"/>
              <a:gd name="connsiteY1" fmla="*/ 0 h 6866965"/>
              <a:gd name="connsiteX2" fmla="*/ 7704166 w 8931297"/>
              <a:gd name="connsiteY2" fmla="*/ 1 h 6866965"/>
              <a:gd name="connsiteX3" fmla="*/ 8198649 w 8931297"/>
              <a:gd name="connsiteY3" fmla="*/ 1 h 6866965"/>
              <a:gd name="connsiteX4" fmla="*/ 8273022 w 8931297"/>
              <a:gd name="connsiteY4" fmla="*/ 145213 h 6866965"/>
              <a:gd name="connsiteX5" fmla="*/ 8931297 w 8931297"/>
              <a:gd name="connsiteY5" fmla="*/ 3039310 h 6866965"/>
              <a:gd name="connsiteX6" fmla="*/ 7791229 w 8931297"/>
              <a:gd name="connsiteY6" fmla="*/ 6771636 h 6866965"/>
              <a:gd name="connsiteX7" fmla="*/ 7723439 w 8931297"/>
              <a:gd name="connsiteY7" fmla="*/ 6866965 h 6866965"/>
              <a:gd name="connsiteX8" fmla="*/ 4176201 w 8931297"/>
              <a:gd name="connsiteY8" fmla="*/ 6866965 h 6866965"/>
              <a:gd name="connsiteX9" fmla="*/ 4176201 w 8931297"/>
              <a:gd name="connsiteY9" fmla="*/ 6866964 h 6866965"/>
              <a:gd name="connsiteX10" fmla="*/ 0 w 8931297"/>
              <a:gd name="connsiteY10" fmla="*/ 6866964 h 686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31297" h="6866965">
                <a:moveTo>
                  <a:pt x="0" y="0"/>
                </a:moveTo>
                <a:lnTo>
                  <a:pt x="7704166" y="0"/>
                </a:lnTo>
                <a:lnTo>
                  <a:pt x="7704166" y="1"/>
                </a:lnTo>
                <a:lnTo>
                  <a:pt x="8198649" y="1"/>
                </a:lnTo>
                <a:lnTo>
                  <a:pt x="8273022" y="145213"/>
                </a:lnTo>
                <a:cubicBezTo>
                  <a:pt x="8694885" y="1020721"/>
                  <a:pt x="8931297" y="2002407"/>
                  <a:pt x="8931297" y="3039310"/>
                </a:cubicBezTo>
                <a:cubicBezTo>
                  <a:pt x="8931297" y="4421848"/>
                  <a:pt x="8511009" y="5706222"/>
                  <a:pt x="7791229" y="6771636"/>
                </a:cubicBezTo>
                <a:lnTo>
                  <a:pt x="7723439" y="6866965"/>
                </a:lnTo>
                <a:lnTo>
                  <a:pt x="4176201" y="6866965"/>
                </a:lnTo>
                <a:lnTo>
                  <a:pt x="4176201"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 name="Rechthoek 10">
            <a:extLst>
              <a:ext uri="{FF2B5EF4-FFF2-40B4-BE49-F238E27FC236}">
                <a16:creationId xmlns:a16="http://schemas.microsoft.com/office/drawing/2014/main" id="{13351D02-6757-459D-8F9F-9A868042C472}"/>
              </a:ext>
            </a:extLst>
          </p:cNvPr>
          <p:cNvSpPr/>
          <p:nvPr userDrawn="1"/>
        </p:nvSpPr>
        <p:spPr>
          <a:xfrm>
            <a:off x="1217095" y="1693325"/>
            <a:ext cx="6805942" cy="2942717"/>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Een demo is een eerste voorstel</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dit voorstel vind je enkele dia’s die een eerste indruk van de nieuwe presentatie weergeven. Hierin ligt de focus op de vormgeving en het doorvoeren van de huisstijl. </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We maken een demo om ervoor te zorgen dat de nieuwe presentatie in de juiste stijl wordt gemaakt. Met jullie feedback op deze demo maken we er samen een toffe presentatie van!</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endPar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endParaRP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volgende fase is de productiefase. </a:t>
            </a:r>
            <a:b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deze fase wordt de content verwerkt in de presentatie. </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WAT IS EEN Demo?</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91" name="Rechthoek 90">
            <a:extLst>
              <a:ext uri="{FF2B5EF4-FFF2-40B4-BE49-F238E27FC236}">
                <a16:creationId xmlns:a16="http://schemas.microsoft.com/office/drawing/2014/main" id="{DD343007-F4DD-4106-A5CE-9D27777342BC}"/>
              </a:ext>
            </a:extLst>
          </p:cNvPr>
          <p:cNvSpPr/>
          <p:nvPr userDrawn="1"/>
        </p:nvSpPr>
        <p:spPr>
          <a:xfrm>
            <a:off x="1217095" y="4465470"/>
            <a:ext cx="3140985" cy="341143"/>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Feedback geven:</a:t>
            </a:r>
          </a:p>
        </p:txBody>
      </p:sp>
      <p:grpSp>
        <p:nvGrpSpPr>
          <p:cNvPr id="2" name="Groep 1">
            <a:extLst>
              <a:ext uri="{FF2B5EF4-FFF2-40B4-BE49-F238E27FC236}">
                <a16:creationId xmlns:a16="http://schemas.microsoft.com/office/drawing/2014/main" id="{6BAF304C-B494-4018-9E64-E96EDF5D4A91}"/>
              </a:ext>
            </a:extLst>
          </p:cNvPr>
          <p:cNvGrpSpPr/>
          <p:nvPr userDrawn="1"/>
        </p:nvGrpSpPr>
        <p:grpSpPr>
          <a:xfrm>
            <a:off x="1217095" y="4922128"/>
            <a:ext cx="2010198" cy="1183770"/>
            <a:chOff x="1217095" y="5168900"/>
            <a:chExt cx="2010198" cy="1183770"/>
          </a:xfrm>
        </p:grpSpPr>
        <p:sp>
          <p:nvSpPr>
            <p:cNvPr id="109" name="Rechthoek 108">
              <a:extLst>
                <a:ext uri="{FF2B5EF4-FFF2-40B4-BE49-F238E27FC236}">
                  <a16:creationId xmlns:a16="http://schemas.microsoft.com/office/drawing/2014/main" id="{E17DAB15-53C4-422A-BC6E-66DA57BF4528}"/>
                </a:ext>
              </a:extLst>
            </p:cNvPr>
            <p:cNvSpPr/>
            <p:nvPr userDrawn="1"/>
          </p:nvSpPr>
          <p:spPr>
            <a:xfrm>
              <a:off x="1217095" y="5168900"/>
              <a:ext cx="2010198" cy="118377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0" noProof="0" dirty="0">
                <a:solidFill>
                  <a:srgbClr val="FFFFFF"/>
                </a:solidFill>
                <a:latin typeface="Segoe UI Black" panose="020B0A02040204020203" pitchFamily="34" charset="0"/>
                <a:ea typeface="Segoe UI Black" panose="020B0A02040204020203" pitchFamily="34" charset="0"/>
              </a:endParaRPr>
            </a:p>
          </p:txBody>
        </p:sp>
        <p:sp>
          <p:nvSpPr>
            <p:cNvPr id="92" name="Rechthoek 91">
              <a:extLst>
                <a:ext uri="{FF2B5EF4-FFF2-40B4-BE49-F238E27FC236}">
                  <a16:creationId xmlns:a16="http://schemas.microsoft.com/office/drawing/2014/main" id="{356AC6E2-91F4-4902-90DF-1AF8596C459C}"/>
                </a:ext>
              </a:extLst>
            </p:cNvPr>
            <p:cNvSpPr/>
            <p:nvPr userDrawn="1"/>
          </p:nvSpPr>
          <p:spPr>
            <a:xfrm>
              <a:off x="1396006" y="5364785"/>
              <a:ext cx="1652376" cy="792000"/>
            </a:xfrm>
            <a:prstGeom prst="rect">
              <a:avLst/>
            </a:prstGeom>
          </p:spPr>
          <p:txBody>
            <a:bodyPr wrap="non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AFSPELEN</a:t>
              </a:r>
            </a:p>
            <a:p>
              <a:pPr marL="0" algn="ctr" defTabSz="914400" rtl="0" eaLnBrk="1" latinLnBrk="0" hangingPunct="1">
                <a:spcAft>
                  <a:spcPts val="600"/>
                </a:spcAft>
                <a:defRPr/>
              </a:pPr>
              <a:r>
                <a:rPr lang="nl-NL" sz="1000" kern="0" spc="10" noProof="0" dirty="0">
                  <a:solidFill>
                    <a:srgbClr val="FFFFFF"/>
                  </a:solidFill>
                  <a:latin typeface="Segoe UI" panose="020B0502040204020203" pitchFamily="34" charset="0"/>
                  <a:ea typeface="+mn-ea"/>
                  <a:cs typeface="Segoe UI" panose="020B0502040204020203" pitchFamily="34" charset="0"/>
                </a:rPr>
                <a:t>Bekijk de presentatie in de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diavoorstelling (SHIFT+F5)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en navigeer met de muis. </a:t>
              </a:r>
            </a:p>
          </p:txBody>
        </p:sp>
      </p:grpSp>
      <p:grpSp>
        <p:nvGrpSpPr>
          <p:cNvPr id="10" name="Groep 9">
            <a:extLst>
              <a:ext uri="{FF2B5EF4-FFF2-40B4-BE49-F238E27FC236}">
                <a16:creationId xmlns:a16="http://schemas.microsoft.com/office/drawing/2014/main" id="{51E2E004-AA89-45F9-A2A4-94634625BB9B}"/>
              </a:ext>
            </a:extLst>
          </p:cNvPr>
          <p:cNvGrpSpPr/>
          <p:nvPr userDrawn="1"/>
        </p:nvGrpSpPr>
        <p:grpSpPr>
          <a:xfrm>
            <a:off x="3410536" y="4922127"/>
            <a:ext cx="2010198" cy="1183773"/>
            <a:chOff x="7563067" y="5168899"/>
            <a:chExt cx="2010198" cy="1183773"/>
          </a:xfrm>
        </p:grpSpPr>
        <p:sp>
          <p:nvSpPr>
            <p:cNvPr id="112" name="Rechthoek 111">
              <a:extLst>
                <a:ext uri="{FF2B5EF4-FFF2-40B4-BE49-F238E27FC236}">
                  <a16:creationId xmlns:a16="http://schemas.microsoft.com/office/drawing/2014/main" id="{5571D3FA-9E94-4DA1-BF8A-A106B7893C6F}"/>
                </a:ext>
              </a:extLst>
            </p:cNvPr>
            <p:cNvSpPr/>
            <p:nvPr userDrawn="1"/>
          </p:nvSpPr>
          <p:spPr>
            <a:xfrm>
              <a:off x="7563067" y="5168899"/>
              <a:ext cx="2010198" cy="1183773"/>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1" name="Rechthoek 100">
              <a:extLst>
                <a:ext uri="{FF2B5EF4-FFF2-40B4-BE49-F238E27FC236}">
                  <a16:creationId xmlns:a16="http://schemas.microsoft.com/office/drawing/2014/main" id="{C7D32008-F620-4536-A2F5-4C6617E16E49}"/>
                </a:ext>
              </a:extLst>
            </p:cNvPr>
            <p:cNvSpPr/>
            <p:nvPr userDrawn="1"/>
          </p:nvSpPr>
          <p:spPr>
            <a:xfrm>
              <a:off x="7704166" y="5364785"/>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Check de HUISSTIJL</a:t>
              </a:r>
            </a:p>
            <a:p>
              <a:pPr marL="0" marR="0" lvl="0" indent="0" algn="ctr" defTabSz="914400" rtl="0" eaLnBrk="1" fontAlgn="auto" latinLnBrk="0" hangingPunct="1">
                <a:lnSpc>
                  <a:spcPct val="100000"/>
                </a:lnSpc>
                <a:spcBef>
                  <a:spcPts val="0"/>
                </a:spcBef>
                <a:spcAft>
                  <a:spcPts val="600"/>
                </a:spcAft>
                <a:buClrTx/>
                <a:buSzTx/>
                <a:buFontTx/>
                <a:buNone/>
                <a:tabLst/>
                <a:defRPr/>
              </a:pPr>
              <a:r>
                <a:rPr lang="nl-NL" sz="1000" kern="0" spc="10" noProof="0" dirty="0">
                  <a:solidFill>
                    <a:srgbClr val="FFFFFF"/>
                  </a:solidFill>
                  <a:latin typeface="Segoe UI" panose="020B0502040204020203" pitchFamily="34" charset="0"/>
                  <a:ea typeface="+mn-ea"/>
                  <a:cs typeface="Segoe UI" panose="020B0502040204020203" pitchFamily="34" charset="0"/>
                </a:rPr>
                <a:t>Klopt de look &amp; feel?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Kloppen de iconen, foto’s, vormen en lettertypes?</a:t>
              </a:r>
            </a:p>
          </p:txBody>
        </p:sp>
      </p:grpSp>
      <p:grpSp>
        <p:nvGrpSpPr>
          <p:cNvPr id="12" name="Groep 11">
            <a:extLst>
              <a:ext uri="{FF2B5EF4-FFF2-40B4-BE49-F238E27FC236}">
                <a16:creationId xmlns:a16="http://schemas.microsoft.com/office/drawing/2014/main" id="{9D9E1079-E73C-47FD-A2BC-B1F537EED017}"/>
              </a:ext>
            </a:extLst>
          </p:cNvPr>
          <p:cNvGrpSpPr/>
          <p:nvPr userDrawn="1"/>
        </p:nvGrpSpPr>
        <p:grpSpPr>
          <a:xfrm>
            <a:off x="5608403" y="4922128"/>
            <a:ext cx="2010198" cy="1183774"/>
            <a:chOff x="9678391" y="5168900"/>
            <a:chExt cx="2010198" cy="1183774"/>
          </a:xfrm>
        </p:grpSpPr>
        <p:sp>
          <p:nvSpPr>
            <p:cNvPr id="113" name="Rechthoek 112">
              <a:extLst>
                <a:ext uri="{FF2B5EF4-FFF2-40B4-BE49-F238E27FC236}">
                  <a16:creationId xmlns:a16="http://schemas.microsoft.com/office/drawing/2014/main" id="{E1F3F4B7-0BDF-4137-90DB-8A0CD595400F}"/>
                </a:ext>
              </a:extLst>
            </p:cNvPr>
            <p:cNvSpPr/>
            <p:nvPr userDrawn="1"/>
          </p:nvSpPr>
          <p:spPr>
            <a:xfrm>
              <a:off x="9678391" y="5168900"/>
              <a:ext cx="2010198" cy="1183774"/>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2" name="Rechthoek 101">
              <a:extLst>
                <a:ext uri="{FF2B5EF4-FFF2-40B4-BE49-F238E27FC236}">
                  <a16:creationId xmlns:a16="http://schemas.microsoft.com/office/drawing/2014/main" id="{180D9A7C-C096-4412-B1E7-F454A4DF2E21}"/>
                </a:ext>
              </a:extLst>
            </p:cNvPr>
            <p:cNvSpPr/>
            <p:nvPr userDrawn="1"/>
          </p:nvSpPr>
          <p:spPr>
            <a:xfrm>
              <a:off x="9819490" y="5364787"/>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Plaats FEEDBACK</a:t>
              </a:r>
            </a:p>
            <a:p>
              <a:pPr algn="ctr"/>
              <a:r>
                <a:rPr lang="nl-NL" sz="1000" kern="0" spc="10" dirty="0">
                  <a:solidFill>
                    <a:srgbClr val="FFFFFF"/>
                  </a:solidFill>
                  <a:latin typeface="Segoe UI" panose="020B0502040204020203" pitchFamily="34" charset="0"/>
                  <a:ea typeface="+mn-ea"/>
                  <a:cs typeface="Segoe UI" panose="020B0502040204020203" pitchFamily="34" charset="0"/>
                </a:rPr>
                <a:t>We zien jullie feedback</a:t>
              </a:r>
              <a:br>
                <a:rPr lang="nl-NL" sz="1000" kern="0" spc="10" dirty="0">
                  <a:solidFill>
                    <a:srgbClr val="FFFFFF"/>
                  </a:solidFill>
                  <a:latin typeface="Segoe UI" panose="020B0502040204020203" pitchFamily="34" charset="0"/>
                  <a:ea typeface="+mn-ea"/>
                  <a:cs typeface="Segoe UI" panose="020B0502040204020203" pitchFamily="34" charset="0"/>
                </a:rPr>
              </a:br>
              <a:r>
                <a:rPr lang="nl-NL" sz="1000" kern="0" spc="10" dirty="0">
                  <a:solidFill>
                    <a:srgbClr val="FFFFFF"/>
                  </a:solidFill>
                  <a:latin typeface="Segoe UI" panose="020B0502040204020203" pitchFamily="34" charset="0"/>
                  <a:ea typeface="+mn-ea"/>
                  <a:cs typeface="Segoe UI" panose="020B0502040204020203" pitchFamily="34" charset="0"/>
                </a:rPr>
                <a:t>graag tegemoet!</a:t>
              </a:r>
            </a:p>
          </p:txBody>
        </p:sp>
      </p:grpSp>
      <p:sp>
        <p:nvSpPr>
          <p:cNvPr id="115" name="Ovaal 114">
            <a:extLst>
              <a:ext uri="{FF2B5EF4-FFF2-40B4-BE49-F238E27FC236}">
                <a16:creationId xmlns:a16="http://schemas.microsoft.com/office/drawing/2014/main" id="{79B1B289-0E62-493D-B240-306B671319C9}"/>
              </a:ext>
            </a:extLst>
          </p:cNvPr>
          <p:cNvSpPr/>
          <p:nvPr userDrawn="1"/>
        </p:nvSpPr>
        <p:spPr>
          <a:xfrm>
            <a:off x="1164628"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118" name="Ovaal 117">
            <a:extLst>
              <a:ext uri="{FF2B5EF4-FFF2-40B4-BE49-F238E27FC236}">
                <a16:creationId xmlns:a16="http://schemas.microsoft.com/office/drawing/2014/main" id="{011C3AA9-EBFF-4CE7-AFC6-C829BB678551}"/>
              </a:ext>
            </a:extLst>
          </p:cNvPr>
          <p:cNvSpPr/>
          <p:nvPr userDrawn="1"/>
        </p:nvSpPr>
        <p:spPr>
          <a:xfrm>
            <a:off x="3359736"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2</a:t>
            </a:r>
          </a:p>
        </p:txBody>
      </p:sp>
      <p:sp>
        <p:nvSpPr>
          <p:cNvPr id="119" name="Ovaal 118">
            <a:extLst>
              <a:ext uri="{FF2B5EF4-FFF2-40B4-BE49-F238E27FC236}">
                <a16:creationId xmlns:a16="http://schemas.microsoft.com/office/drawing/2014/main" id="{A7A4C389-F6AD-47C4-8CCC-B98AFA24CB85}"/>
              </a:ext>
            </a:extLst>
          </p:cNvPr>
          <p:cNvSpPr/>
          <p:nvPr userDrawn="1"/>
        </p:nvSpPr>
        <p:spPr>
          <a:xfrm>
            <a:off x="5557603"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3</a:t>
            </a:r>
          </a:p>
        </p:txBody>
      </p:sp>
    </p:spTree>
    <p:extLst>
      <p:ext uri="{BB962C8B-B14F-4D97-AF65-F5344CB8AC3E}">
        <p14:creationId xmlns:p14="http://schemas.microsoft.com/office/powerpoint/2010/main" val="268122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4" y="0"/>
            <a:ext cx="4879987" cy="6857999"/>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7" name="Rechthoek 106">
            <a:extLst>
              <a:ext uri="{FF2B5EF4-FFF2-40B4-BE49-F238E27FC236}">
                <a16:creationId xmlns:a16="http://schemas.microsoft.com/office/drawing/2014/main" id="{48CEBC81-A0CA-4220-8C91-CB43A989A85B}"/>
              </a:ext>
            </a:extLst>
          </p:cNvPr>
          <p:cNvSpPr/>
          <p:nvPr userDrawn="1"/>
        </p:nvSpPr>
        <p:spPr>
          <a:xfrm>
            <a:off x="8038137" y="5379893"/>
            <a:ext cx="4162904" cy="43831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3" name="Rechthoek 102">
            <a:extLst>
              <a:ext uri="{FF2B5EF4-FFF2-40B4-BE49-F238E27FC236}">
                <a16:creationId xmlns:a16="http://schemas.microsoft.com/office/drawing/2014/main" id="{B1C93665-D700-4EE4-B3B2-976347565CCE}"/>
              </a:ext>
            </a:extLst>
          </p:cNvPr>
          <p:cNvSpPr/>
          <p:nvPr userDrawn="1"/>
        </p:nvSpPr>
        <p:spPr>
          <a:xfrm>
            <a:off x="8782928" y="2648287"/>
            <a:ext cx="3418113" cy="28803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cxnSp>
        <p:nvCxnSpPr>
          <p:cNvPr id="68" name="Rechte verbindingslijn 67">
            <a:extLst>
              <a:ext uri="{FF2B5EF4-FFF2-40B4-BE49-F238E27FC236}">
                <a16:creationId xmlns:a16="http://schemas.microsoft.com/office/drawing/2014/main" id="{E0F7392C-86CE-4D15-9461-FEBB7BAB21C6}"/>
              </a:ext>
            </a:extLst>
          </p:cNvPr>
          <p:cNvCxnSpPr>
            <a:stCxn id="95" idx="4"/>
            <a:endCxn id="94" idx="0"/>
          </p:cNvCxnSpPr>
          <p:nvPr userDrawn="1"/>
        </p:nvCxnSpPr>
        <p:spPr>
          <a:xfrm>
            <a:off x="1359444" y="2936319"/>
            <a:ext cx="0" cy="2443574"/>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hthoek 103">
            <a:extLst>
              <a:ext uri="{FF2B5EF4-FFF2-40B4-BE49-F238E27FC236}">
                <a16:creationId xmlns:a16="http://schemas.microsoft.com/office/drawing/2014/main" id="{BE73E125-B356-43B6-96F7-FA2EC06AE1BA}"/>
              </a:ext>
            </a:extLst>
          </p:cNvPr>
          <p:cNvSpPr/>
          <p:nvPr userDrawn="1"/>
        </p:nvSpPr>
        <p:spPr>
          <a:xfrm>
            <a:off x="8741152" y="3160240"/>
            <a:ext cx="3459889" cy="46375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5" name="Rechthoek 104">
            <a:extLst>
              <a:ext uri="{FF2B5EF4-FFF2-40B4-BE49-F238E27FC236}">
                <a16:creationId xmlns:a16="http://schemas.microsoft.com/office/drawing/2014/main" id="{BCEE0C69-6E39-4A9E-AB52-13837EC055E3}"/>
              </a:ext>
            </a:extLst>
          </p:cNvPr>
          <p:cNvSpPr/>
          <p:nvPr userDrawn="1"/>
        </p:nvSpPr>
        <p:spPr>
          <a:xfrm>
            <a:off x="8741152" y="3703901"/>
            <a:ext cx="3459889" cy="7913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6" name="Rechthoek 105">
            <a:extLst>
              <a:ext uri="{FF2B5EF4-FFF2-40B4-BE49-F238E27FC236}">
                <a16:creationId xmlns:a16="http://schemas.microsoft.com/office/drawing/2014/main" id="{40362948-1002-40FD-9653-06A3ED51C953}"/>
              </a:ext>
            </a:extLst>
          </p:cNvPr>
          <p:cNvSpPr/>
          <p:nvPr userDrawn="1"/>
        </p:nvSpPr>
        <p:spPr>
          <a:xfrm>
            <a:off x="8325443" y="4583447"/>
            <a:ext cx="3875598" cy="4465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grpSp>
        <p:nvGrpSpPr>
          <p:cNvPr id="66" name="Groep 65">
            <a:extLst>
              <a:ext uri="{FF2B5EF4-FFF2-40B4-BE49-F238E27FC236}">
                <a16:creationId xmlns:a16="http://schemas.microsoft.com/office/drawing/2014/main" id="{332B3D10-808B-450E-A8DF-F7666AB1A7A1}"/>
              </a:ext>
            </a:extLst>
          </p:cNvPr>
          <p:cNvGrpSpPr/>
          <p:nvPr userDrawn="1"/>
        </p:nvGrpSpPr>
        <p:grpSpPr>
          <a:xfrm>
            <a:off x="0" y="0"/>
            <a:ext cx="8931297" cy="6858000"/>
            <a:chOff x="0" y="0"/>
            <a:chExt cx="8931297" cy="6858000"/>
          </a:xfrm>
        </p:grpSpPr>
        <p:sp>
          <p:nvSpPr>
            <p:cNvPr id="90" name="Rechthoek 89">
              <a:extLst>
                <a:ext uri="{FF2B5EF4-FFF2-40B4-BE49-F238E27FC236}">
                  <a16:creationId xmlns:a16="http://schemas.microsoft.com/office/drawing/2014/main" id="{711FDF46-A402-4E49-B29A-7ECECCA5F576}"/>
                </a:ext>
              </a:extLst>
            </p:cNvPr>
            <p:cNvSpPr/>
            <p:nvPr userDrawn="1"/>
          </p:nvSpPr>
          <p:spPr>
            <a:xfrm>
              <a:off x="0" y="0"/>
              <a:ext cx="7559658"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89" name="Vrije vorm: vorm 88">
              <a:extLst>
                <a:ext uri="{FF2B5EF4-FFF2-40B4-BE49-F238E27FC236}">
                  <a16:creationId xmlns:a16="http://schemas.microsoft.com/office/drawing/2014/main" id="{47E1A202-9BD6-45F4-941F-1738CC76314C}"/>
                </a:ext>
              </a:extLst>
            </p:cNvPr>
            <p:cNvSpPr/>
            <p:nvPr userDrawn="1"/>
          </p:nvSpPr>
          <p:spPr>
            <a:xfrm>
              <a:off x="4176201" y="1"/>
              <a:ext cx="4755096" cy="6857999"/>
            </a:xfrm>
            <a:custGeom>
              <a:avLst/>
              <a:gdLst>
                <a:gd name="connsiteX0" fmla="*/ 0 w 4755096"/>
                <a:gd name="connsiteY0" fmla="*/ 0 h 6866964"/>
                <a:gd name="connsiteX1" fmla="*/ 4022448 w 4755096"/>
                <a:gd name="connsiteY1" fmla="*/ 0 h 6866964"/>
                <a:gd name="connsiteX2" fmla="*/ 4096821 w 4755096"/>
                <a:gd name="connsiteY2" fmla="*/ 145212 h 6866964"/>
                <a:gd name="connsiteX3" fmla="*/ 4755096 w 4755096"/>
                <a:gd name="connsiteY3" fmla="*/ 3039309 h 6866964"/>
                <a:gd name="connsiteX4" fmla="*/ 3615028 w 4755096"/>
                <a:gd name="connsiteY4" fmla="*/ 6771635 h 6866964"/>
                <a:gd name="connsiteX5" fmla="*/ 3547238 w 4755096"/>
                <a:gd name="connsiteY5" fmla="*/ 6866964 h 6866964"/>
                <a:gd name="connsiteX6" fmla="*/ 0 w 4755096"/>
                <a:gd name="connsiteY6"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096" h="6866964">
                  <a:moveTo>
                    <a:pt x="0" y="0"/>
                  </a:moveTo>
                  <a:lnTo>
                    <a:pt x="4022448" y="0"/>
                  </a:lnTo>
                  <a:lnTo>
                    <a:pt x="4096821" y="145212"/>
                  </a:lnTo>
                  <a:cubicBezTo>
                    <a:pt x="4518684" y="1020720"/>
                    <a:pt x="4755096" y="2002406"/>
                    <a:pt x="4755096" y="3039309"/>
                  </a:cubicBezTo>
                  <a:cubicBezTo>
                    <a:pt x="4755096" y="4421847"/>
                    <a:pt x="4334808" y="5706221"/>
                    <a:pt x="3615028" y="6771635"/>
                  </a:cubicBezTo>
                  <a:lnTo>
                    <a:pt x="3547238"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grpSp>
      <p:cxnSp>
        <p:nvCxnSpPr>
          <p:cNvPr id="100" name="Rechte verbindingslijn 99">
            <a:extLst>
              <a:ext uri="{FF2B5EF4-FFF2-40B4-BE49-F238E27FC236}">
                <a16:creationId xmlns:a16="http://schemas.microsoft.com/office/drawing/2014/main" id="{6043D679-BDB6-405F-B60A-752B3FA1CB5C}"/>
              </a:ext>
            </a:extLst>
          </p:cNvPr>
          <p:cNvCxnSpPr>
            <a:cxnSpLocks/>
            <a:stCxn id="95" idx="4"/>
            <a:endCxn id="94" idx="0"/>
          </p:cNvCxnSpPr>
          <p:nvPr userDrawn="1"/>
        </p:nvCxnSpPr>
        <p:spPr>
          <a:xfrm>
            <a:off x="1359444" y="2936319"/>
            <a:ext cx="0" cy="2443574"/>
          </a:xfrm>
          <a:prstGeom prst="line">
            <a:avLst/>
          </a:prstGeom>
          <a:ln w="12700">
            <a:solidFill>
              <a:srgbClr val="9D9FA1"/>
            </a:solidFill>
          </a:ln>
        </p:spPr>
        <p:style>
          <a:lnRef idx="1">
            <a:schemeClr val="accent1"/>
          </a:lnRef>
          <a:fillRef idx="0">
            <a:schemeClr val="accent1"/>
          </a:fillRef>
          <a:effectRef idx="0">
            <a:schemeClr val="accent1"/>
          </a:effectRef>
          <a:fontRef idx="minor">
            <a:schemeClr val="tx1"/>
          </a:fontRef>
        </p:style>
      </p:cxnSp>
      <p:sp>
        <p:nvSpPr>
          <p:cNvPr id="11" name="Rechthoek 10">
            <a:extLst>
              <a:ext uri="{FF2B5EF4-FFF2-40B4-BE49-F238E27FC236}">
                <a16:creationId xmlns:a16="http://schemas.microsoft.com/office/drawing/2014/main" id="{13351D02-6757-459D-8F9F-9A868042C472}"/>
              </a:ext>
            </a:extLst>
          </p:cNvPr>
          <p:cNvSpPr/>
          <p:nvPr userDrawn="1"/>
        </p:nvSpPr>
        <p:spPr>
          <a:xfrm>
            <a:off x="1221298" y="1693326"/>
            <a:ext cx="10776775" cy="773148"/>
          </a:xfrm>
          <a:prstGeom prst="rect">
            <a:avLst/>
          </a:prstGeom>
          <a:noFill/>
        </p:spPr>
        <p:txBody>
          <a:bodyPr vert="horz" lIns="0" tIns="0" rIns="0" bIns="0" rtlCol="0">
            <a:noAutofit/>
          </a:bodyPr>
          <a:lstStyle/>
          <a:p>
            <a:pPr marL="0" lvl="3" indent="0">
              <a:lnSpc>
                <a:spcPct val="90000"/>
              </a:lnSpc>
              <a:spcBef>
                <a:spcPts val="600"/>
              </a:spcBef>
              <a:spcAft>
                <a:spcPts val="600"/>
              </a:spcAft>
              <a:buFont typeface="Arial" panose="020B0604020202020204" pitchFamily="34" charset="0"/>
              <a:buNone/>
            </a:pPr>
            <a:r>
              <a:rPr lang="nl-NL" sz="16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Plaats je feedback in ‘Opmerkingen’ in PowerPoint.</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Volg onderstaande stappen om feedback aan de presentatie toe te voegen:</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21298" y="1214470"/>
            <a:ext cx="5624670" cy="31846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Feedback plaatsten</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3" name="Tekstvak 12">
            <a:extLst>
              <a:ext uri="{FF2B5EF4-FFF2-40B4-BE49-F238E27FC236}">
                <a16:creationId xmlns:a16="http://schemas.microsoft.com/office/drawing/2014/main" id="{ADBD3E04-CA33-4E20-9660-3F557D9698B3}"/>
              </a:ext>
            </a:extLst>
          </p:cNvPr>
          <p:cNvSpPr txBox="1"/>
          <p:nvPr userDrawn="1"/>
        </p:nvSpPr>
        <p:spPr>
          <a:xfrm>
            <a:off x="1679127" y="2659587"/>
            <a:ext cx="6699253" cy="2654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p>
        </p:txBody>
      </p:sp>
      <p:sp>
        <p:nvSpPr>
          <p:cNvPr id="14" name="Tekstvak 13">
            <a:extLst>
              <a:ext uri="{FF2B5EF4-FFF2-40B4-BE49-F238E27FC236}">
                <a16:creationId xmlns:a16="http://schemas.microsoft.com/office/drawing/2014/main" id="{C973CFDF-3C07-41E4-BA85-D463A527DBDB}"/>
              </a:ext>
            </a:extLst>
          </p:cNvPr>
          <p:cNvSpPr txBox="1"/>
          <p:nvPr userDrawn="1"/>
        </p:nvSpPr>
        <p:spPr>
          <a:xfrm>
            <a:off x="1679127" y="3160240"/>
            <a:ext cx="6699253" cy="2880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‘opmerking’</a:t>
            </a:r>
          </a:p>
        </p:txBody>
      </p:sp>
      <p:sp>
        <p:nvSpPr>
          <p:cNvPr id="15" name="Tekstvak 14">
            <a:extLst>
              <a:ext uri="{FF2B5EF4-FFF2-40B4-BE49-F238E27FC236}">
                <a16:creationId xmlns:a16="http://schemas.microsoft.com/office/drawing/2014/main" id="{E5EF8E07-6651-4593-8939-DD8B915A9CB1}"/>
              </a:ext>
            </a:extLst>
          </p:cNvPr>
          <p:cNvSpPr txBox="1"/>
          <p:nvPr userDrawn="1"/>
        </p:nvSpPr>
        <p:spPr>
          <a:xfrm>
            <a:off x="1679127" y="3751522"/>
            <a:ext cx="6025981" cy="597194"/>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Er verschijnt een spreekwolkje op de dia en een nieuw venster opent zich aan de zijkant van je scherm.</a:t>
            </a:r>
            <a:b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Typ je feedback in het </a:t>
            </a:r>
            <a:r>
              <a:rPr lang="nl-NL" sz="1200" kern="1200" cap="all" noProof="0" dirty="0" err="1">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tekstvak</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 in het venster.</a:t>
            </a:r>
          </a:p>
        </p:txBody>
      </p:sp>
      <p:sp>
        <p:nvSpPr>
          <p:cNvPr id="16" name="Tekstvak 15">
            <a:extLst>
              <a:ext uri="{FF2B5EF4-FFF2-40B4-BE49-F238E27FC236}">
                <a16:creationId xmlns:a16="http://schemas.microsoft.com/office/drawing/2014/main" id="{EB7BC488-E400-4C31-A5F6-E96D609C1B24}"/>
              </a:ext>
            </a:extLst>
          </p:cNvPr>
          <p:cNvSpPr txBox="1"/>
          <p:nvPr userDrawn="1"/>
        </p:nvSpPr>
        <p:spPr>
          <a:xfrm>
            <a:off x="1679128" y="4645726"/>
            <a:ext cx="6221329" cy="590407"/>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Wanneer je klaar bent, sleep dan het spreekwolkje op de juiste plaats</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op de dia. Zo is het voor ons duidelijk op welk deel van de content</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je feedback betrekking heeft.</a:t>
            </a:r>
          </a:p>
        </p:txBody>
      </p:sp>
      <p:grpSp>
        <p:nvGrpSpPr>
          <p:cNvPr id="60" name="Groep 59">
            <a:extLst>
              <a:ext uri="{FF2B5EF4-FFF2-40B4-BE49-F238E27FC236}">
                <a16:creationId xmlns:a16="http://schemas.microsoft.com/office/drawing/2014/main" id="{4A133921-114B-4698-A5C4-59575C4DFB75}"/>
              </a:ext>
            </a:extLst>
          </p:cNvPr>
          <p:cNvGrpSpPr/>
          <p:nvPr userDrawn="1"/>
        </p:nvGrpSpPr>
        <p:grpSpPr>
          <a:xfrm>
            <a:off x="9350689" y="3703901"/>
            <a:ext cx="2282299" cy="791931"/>
            <a:chOff x="9377508" y="3751523"/>
            <a:chExt cx="2282299" cy="791931"/>
          </a:xfrm>
        </p:grpSpPr>
        <p:sp>
          <p:nvSpPr>
            <p:cNvPr id="30" name="Rechthoek 29">
              <a:extLst>
                <a:ext uri="{FF2B5EF4-FFF2-40B4-BE49-F238E27FC236}">
                  <a16:creationId xmlns:a16="http://schemas.microsoft.com/office/drawing/2014/main" id="{2BBD655F-E2AF-476D-9BD5-88460C357531}"/>
                </a:ext>
              </a:extLst>
            </p:cNvPr>
            <p:cNvSpPr/>
            <p:nvPr userDrawn="1"/>
          </p:nvSpPr>
          <p:spPr>
            <a:xfrm>
              <a:off x="9377508" y="3751523"/>
              <a:ext cx="2282299" cy="791931"/>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1" name="Tekstvak 30">
              <a:extLst>
                <a:ext uri="{FF2B5EF4-FFF2-40B4-BE49-F238E27FC236}">
                  <a16:creationId xmlns:a16="http://schemas.microsoft.com/office/drawing/2014/main" id="{DA356F2D-C77D-49FD-BF94-E066E1889132}"/>
                </a:ext>
              </a:extLst>
            </p:cNvPr>
            <p:cNvSpPr txBox="1"/>
            <p:nvPr userDrawn="1"/>
          </p:nvSpPr>
          <p:spPr>
            <a:xfrm>
              <a:off x="9432893" y="3781888"/>
              <a:ext cx="972315" cy="167298"/>
            </a:xfrm>
            <a:prstGeom prst="rect">
              <a:avLst/>
            </a:prstGeom>
            <a:noFill/>
          </p:spPr>
          <p:txBody>
            <a:bodyPr wrap="square" lIns="0" tIns="0" rIns="0" bIns="0" rtlCol="0" anchor="ctr">
              <a:noAutofit/>
            </a:bodyPr>
            <a:lstStyle/>
            <a:p>
              <a:pPr algn="l"/>
              <a:r>
                <a:rPr lang="nl-NL" sz="800" noProof="0" dirty="0">
                  <a:solidFill>
                    <a:srgbClr val="B74629"/>
                  </a:solidFill>
                  <a:latin typeface="Segoe UI" panose="020B0502040204020203" pitchFamily="34" charset="0"/>
                  <a:cs typeface="Segoe UI" panose="020B0502040204020203" pitchFamily="34" charset="0"/>
                </a:rPr>
                <a:t>Opmerkingen</a:t>
              </a:r>
            </a:p>
          </p:txBody>
        </p:sp>
        <p:grpSp>
          <p:nvGrpSpPr>
            <p:cNvPr id="32" name="Groep 31">
              <a:extLst>
                <a:ext uri="{FF2B5EF4-FFF2-40B4-BE49-F238E27FC236}">
                  <a16:creationId xmlns:a16="http://schemas.microsoft.com/office/drawing/2014/main" id="{A604F0DD-1788-41A6-A743-41E8860A1ECE}"/>
                </a:ext>
              </a:extLst>
            </p:cNvPr>
            <p:cNvGrpSpPr/>
            <p:nvPr userDrawn="1"/>
          </p:nvGrpSpPr>
          <p:grpSpPr>
            <a:xfrm>
              <a:off x="9538328" y="3966349"/>
              <a:ext cx="400802" cy="134483"/>
              <a:chOff x="8481060" y="2710544"/>
              <a:chExt cx="376572" cy="124096"/>
            </a:xfrm>
          </p:grpSpPr>
          <p:sp>
            <p:nvSpPr>
              <p:cNvPr id="51" name="Rechthoek 50">
                <a:extLst>
                  <a:ext uri="{FF2B5EF4-FFF2-40B4-BE49-F238E27FC236}">
                    <a16:creationId xmlns:a16="http://schemas.microsoft.com/office/drawing/2014/main" id="{E8C41FBC-D8E0-4F13-986E-C6FC2DB3162C}"/>
                  </a:ext>
                </a:extLst>
              </p:cNvPr>
              <p:cNvSpPr/>
              <p:nvPr userDrawn="1"/>
            </p:nvSpPr>
            <p:spPr>
              <a:xfrm>
                <a:off x="8481060" y="2710544"/>
                <a:ext cx="376572"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2" name="Tekstvak 51">
                <a:extLst>
                  <a:ext uri="{FF2B5EF4-FFF2-40B4-BE49-F238E27FC236}">
                    <a16:creationId xmlns:a16="http://schemas.microsoft.com/office/drawing/2014/main" id="{AD5132B8-308A-4D30-97E1-9F2D9EA5C0D9}"/>
                  </a:ext>
                </a:extLst>
              </p:cNvPr>
              <p:cNvSpPr txBox="1"/>
              <p:nvPr userDrawn="1"/>
            </p:nvSpPr>
            <p:spPr>
              <a:xfrm>
                <a:off x="8618036" y="2716225"/>
                <a:ext cx="237263" cy="116522"/>
              </a:xfrm>
              <a:prstGeom prst="rect">
                <a:avLst/>
              </a:prstGeom>
              <a:noFill/>
            </p:spPr>
            <p:txBody>
              <a:bodyPr wrap="square" lIns="0" tIns="0" rIns="0" bIns="0" rtlCol="0" anchor="ctr">
                <a:noAutofit/>
              </a:bodyPr>
              <a:lstStyle/>
              <a:p>
                <a:pPr algn="l"/>
                <a:r>
                  <a:rPr lang="nl-NL" sz="500" noProof="0" dirty="0">
                    <a:solidFill>
                      <a:srgbClr val="211F26"/>
                    </a:solidFill>
                    <a:latin typeface="Segoe UI" panose="020B0502040204020203" pitchFamily="34" charset="0"/>
                    <a:cs typeface="Segoe UI" panose="020B0502040204020203" pitchFamily="34" charset="0"/>
                  </a:rPr>
                  <a:t>Nieuwe</a:t>
                </a:r>
              </a:p>
            </p:txBody>
          </p:sp>
          <p:grpSp>
            <p:nvGrpSpPr>
              <p:cNvPr id="53" name="Groep 52">
                <a:extLst>
                  <a:ext uri="{FF2B5EF4-FFF2-40B4-BE49-F238E27FC236}">
                    <a16:creationId xmlns:a16="http://schemas.microsoft.com/office/drawing/2014/main" id="{D866C750-F77C-4D36-965C-7DEC75FD67DF}"/>
                  </a:ext>
                </a:extLst>
              </p:cNvPr>
              <p:cNvGrpSpPr/>
              <p:nvPr userDrawn="1"/>
            </p:nvGrpSpPr>
            <p:grpSpPr>
              <a:xfrm>
                <a:off x="8494145" y="2720946"/>
                <a:ext cx="90052" cy="70177"/>
                <a:chOff x="3501181" y="2688992"/>
                <a:chExt cx="192554" cy="150057"/>
              </a:xfrm>
            </p:grpSpPr>
            <p:sp>
              <p:nvSpPr>
                <p:cNvPr id="54" name="Tekstballon: rechthoek met afgeronde hoeken 53">
                  <a:extLst>
                    <a:ext uri="{FF2B5EF4-FFF2-40B4-BE49-F238E27FC236}">
                      <a16:creationId xmlns:a16="http://schemas.microsoft.com/office/drawing/2014/main" id="{05884605-41F3-4C9C-B505-295A5B4DBA4B}"/>
                    </a:ext>
                  </a:extLst>
                </p:cNvPr>
                <p:cNvSpPr/>
                <p:nvPr userDrawn="1"/>
              </p:nvSpPr>
              <p:spPr>
                <a:xfrm>
                  <a:off x="3542554" y="2729822"/>
                  <a:ext cx="151181" cy="109227"/>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5" name="Plusteken 54">
                  <a:extLst>
                    <a:ext uri="{FF2B5EF4-FFF2-40B4-BE49-F238E27FC236}">
                      <a16:creationId xmlns:a16="http://schemas.microsoft.com/office/drawing/2014/main" id="{F0D6C9A2-B0AA-41CA-BAFA-8422E2C87B9E}"/>
                    </a:ext>
                  </a:extLst>
                </p:cNvPr>
                <p:cNvSpPr/>
                <p:nvPr userDrawn="1"/>
              </p:nvSpPr>
              <p:spPr>
                <a:xfrm>
                  <a:off x="3501181" y="2688992"/>
                  <a:ext cx="93331" cy="109153"/>
                </a:xfrm>
                <a:prstGeom prst="mathPlus">
                  <a:avLst>
                    <a:gd name="adj1" fmla="val 31038"/>
                  </a:avLst>
                </a:prstGeom>
                <a:solidFill>
                  <a:srgbClr val="6EA69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3" name="Groep 32">
              <a:extLst>
                <a:ext uri="{FF2B5EF4-FFF2-40B4-BE49-F238E27FC236}">
                  <a16:creationId xmlns:a16="http://schemas.microsoft.com/office/drawing/2014/main" id="{1E89420A-57E2-4982-98FA-C1E57CA59F9F}"/>
                </a:ext>
              </a:extLst>
            </p:cNvPr>
            <p:cNvGrpSpPr/>
            <p:nvPr userDrawn="1"/>
          </p:nvGrpSpPr>
          <p:grpSpPr>
            <a:xfrm>
              <a:off x="11199201" y="3966349"/>
              <a:ext cx="126763" cy="134483"/>
              <a:chOff x="9783265" y="2710544"/>
              <a:chExt cx="119100" cy="124096"/>
            </a:xfrm>
          </p:grpSpPr>
          <p:sp>
            <p:nvSpPr>
              <p:cNvPr id="46" name="Rechthoek 45">
                <a:extLst>
                  <a:ext uri="{FF2B5EF4-FFF2-40B4-BE49-F238E27FC236}">
                    <a16:creationId xmlns:a16="http://schemas.microsoft.com/office/drawing/2014/main" id="{74E425D8-FC30-4DE1-80E0-501449706CD5}"/>
                  </a:ext>
                </a:extLst>
              </p:cNvPr>
              <p:cNvSpPr/>
              <p:nvPr userDrawn="1"/>
            </p:nvSpPr>
            <p:spPr>
              <a:xfrm>
                <a:off x="9783265"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7" name="Tekstballon: rechthoek met afgeronde hoeken 46">
                <a:extLst>
                  <a:ext uri="{FF2B5EF4-FFF2-40B4-BE49-F238E27FC236}">
                    <a16:creationId xmlns:a16="http://schemas.microsoft.com/office/drawing/2014/main" id="{04D3628D-1682-48B7-91C5-E5E6C8A56F37}"/>
                  </a:ext>
                </a:extLst>
              </p:cNvPr>
              <p:cNvSpPr/>
              <p:nvPr userDrawn="1"/>
            </p:nvSpPr>
            <p:spPr>
              <a:xfrm>
                <a:off x="9811674"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8" name="Groep 47">
                <a:extLst>
                  <a:ext uri="{FF2B5EF4-FFF2-40B4-BE49-F238E27FC236}">
                    <a16:creationId xmlns:a16="http://schemas.microsoft.com/office/drawing/2014/main" id="{68A0EFE1-858E-4E3C-B554-170B49E0D5E0}"/>
                  </a:ext>
                </a:extLst>
              </p:cNvPr>
              <p:cNvGrpSpPr/>
              <p:nvPr userDrawn="1"/>
            </p:nvGrpSpPr>
            <p:grpSpPr>
              <a:xfrm>
                <a:off x="9794175" y="2730651"/>
                <a:ext cx="41516" cy="34350"/>
                <a:chOff x="9504227" y="2758508"/>
                <a:chExt cx="84214" cy="69676"/>
              </a:xfrm>
            </p:grpSpPr>
            <p:sp>
              <p:nvSpPr>
                <p:cNvPr id="49" name="Rechthoek 48">
                  <a:extLst>
                    <a:ext uri="{FF2B5EF4-FFF2-40B4-BE49-F238E27FC236}">
                      <a16:creationId xmlns:a16="http://schemas.microsoft.com/office/drawing/2014/main" id="{7C676C13-E19A-4456-926A-782897175D36}"/>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0" name="Pijl: punthaak 49">
                  <a:extLst>
                    <a:ext uri="{FF2B5EF4-FFF2-40B4-BE49-F238E27FC236}">
                      <a16:creationId xmlns:a16="http://schemas.microsoft.com/office/drawing/2014/main" id="{DBB45CB9-643F-4350-BDF8-E601B9F07FC5}"/>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4" name="Groep 33">
              <a:extLst>
                <a:ext uri="{FF2B5EF4-FFF2-40B4-BE49-F238E27FC236}">
                  <a16:creationId xmlns:a16="http://schemas.microsoft.com/office/drawing/2014/main" id="{C86BDE48-82C5-48CA-8B9E-DBB1E76DA94B}"/>
                </a:ext>
              </a:extLst>
            </p:cNvPr>
            <p:cNvGrpSpPr/>
            <p:nvPr userDrawn="1"/>
          </p:nvGrpSpPr>
          <p:grpSpPr>
            <a:xfrm>
              <a:off x="11385196" y="3966349"/>
              <a:ext cx="126763" cy="134483"/>
              <a:chOff x="9908109" y="2710544"/>
              <a:chExt cx="119100" cy="124096"/>
            </a:xfrm>
          </p:grpSpPr>
          <p:sp>
            <p:nvSpPr>
              <p:cNvPr id="41" name="Rechthoek 40">
                <a:extLst>
                  <a:ext uri="{FF2B5EF4-FFF2-40B4-BE49-F238E27FC236}">
                    <a16:creationId xmlns:a16="http://schemas.microsoft.com/office/drawing/2014/main" id="{DCA11989-6218-47C9-A2D3-F19EF2AEF6DE}"/>
                  </a:ext>
                </a:extLst>
              </p:cNvPr>
              <p:cNvSpPr/>
              <p:nvPr userDrawn="1"/>
            </p:nvSpPr>
            <p:spPr>
              <a:xfrm>
                <a:off x="9908109"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2" name="Tekstballon: rechthoek met afgeronde hoeken 41">
                <a:extLst>
                  <a:ext uri="{FF2B5EF4-FFF2-40B4-BE49-F238E27FC236}">
                    <a16:creationId xmlns:a16="http://schemas.microsoft.com/office/drawing/2014/main" id="{00294789-C490-4ADA-95BB-92423CE963AC}"/>
                  </a:ext>
                </a:extLst>
              </p:cNvPr>
              <p:cNvSpPr/>
              <p:nvPr userDrawn="1"/>
            </p:nvSpPr>
            <p:spPr>
              <a:xfrm>
                <a:off x="9936518"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3" name="Groep 42">
                <a:extLst>
                  <a:ext uri="{FF2B5EF4-FFF2-40B4-BE49-F238E27FC236}">
                    <a16:creationId xmlns:a16="http://schemas.microsoft.com/office/drawing/2014/main" id="{54D5D9C4-A0D8-44EA-B543-5D188EC5E948}"/>
                  </a:ext>
                </a:extLst>
              </p:cNvPr>
              <p:cNvGrpSpPr/>
              <p:nvPr userDrawn="1"/>
            </p:nvGrpSpPr>
            <p:grpSpPr>
              <a:xfrm flipH="1">
                <a:off x="9932083" y="2730651"/>
                <a:ext cx="41516" cy="34350"/>
                <a:chOff x="9504227" y="2758508"/>
                <a:chExt cx="84214" cy="69676"/>
              </a:xfrm>
            </p:grpSpPr>
            <p:sp>
              <p:nvSpPr>
                <p:cNvPr id="44" name="Rechthoek 43">
                  <a:extLst>
                    <a:ext uri="{FF2B5EF4-FFF2-40B4-BE49-F238E27FC236}">
                      <a16:creationId xmlns:a16="http://schemas.microsoft.com/office/drawing/2014/main" id="{13B80CA9-6DE9-44E9-A449-2EFCF6A71C42}"/>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5" name="Pijl: punthaak 44">
                  <a:extLst>
                    <a:ext uri="{FF2B5EF4-FFF2-40B4-BE49-F238E27FC236}">
                      <a16:creationId xmlns:a16="http://schemas.microsoft.com/office/drawing/2014/main" id="{B8952F31-5CD3-48AD-AA46-FCF400FD5350}"/>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35" name="Rechthoek 34">
              <a:extLst>
                <a:ext uri="{FF2B5EF4-FFF2-40B4-BE49-F238E27FC236}">
                  <a16:creationId xmlns:a16="http://schemas.microsoft.com/office/drawing/2014/main" id="{908AFA2A-97C6-45D4-A74C-964B465B978B}"/>
                </a:ext>
              </a:extLst>
            </p:cNvPr>
            <p:cNvSpPr/>
            <p:nvPr userDrawn="1"/>
          </p:nvSpPr>
          <p:spPr>
            <a:xfrm>
              <a:off x="9432894" y="4143760"/>
              <a:ext cx="2100569" cy="349030"/>
            </a:xfrm>
            <a:prstGeom prst="rect">
              <a:avLst/>
            </a:prstGeom>
            <a:solidFill>
              <a:srgbClr val="F0F0F0"/>
            </a:solidFill>
            <a:ln w="6350">
              <a:solidFill>
                <a:srgbClr val="B7462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6" name="Rechthoek 35">
              <a:extLst>
                <a:ext uri="{FF2B5EF4-FFF2-40B4-BE49-F238E27FC236}">
                  <a16:creationId xmlns:a16="http://schemas.microsoft.com/office/drawing/2014/main" id="{68ABFFB7-FEF4-432B-ADE3-2D0DB1D6CACD}"/>
                </a:ext>
              </a:extLst>
            </p:cNvPr>
            <p:cNvSpPr/>
            <p:nvPr userDrawn="1"/>
          </p:nvSpPr>
          <p:spPr>
            <a:xfrm>
              <a:off x="9673886" y="4282355"/>
              <a:ext cx="1806914" cy="1606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 tIns="18000" rIns="18000" bIns="18000" numCol="1" spcCol="0" rtlCol="0" fromWordArt="0" anchor="t" anchorCtr="0" forceAA="0" compatLnSpc="1">
              <a:prstTxWarp prst="textNoShape">
                <a:avLst/>
              </a:prstTxWarp>
              <a:noAutofit/>
            </a:bodyPr>
            <a:lstStyle/>
            <a:p>
              <a:pPr algn="l"/>
              <a:r>
                <a:rPr lang="nl-NL" sz="500" b="0" noProof="0" dirty="0">
                  <a:solidFill>
                    <a:srgbClr val="211F26"/>
                  </a:solidFill>
                  <a:latin typeface="Segoe UI" panose="020B0502040204020203" pitchFamily="34" charset="0"/>
                  <a:cs typeface="Segoe UI" panose="020B0502040204020203" pitchFamily="34" charset="0"/>
                </a:rPr>
                <a:t>&lt;typ je opmerking hier&gt;</a:t>
              </a:r>
            </a:p>
          </p:txBody>
        </p:sp>
        <p:sp>
          <p:nvSpPr>
            <p:cNvPr id="37" name="Rechthoekige driehoek 36">
              <a:extLst>
                <a:ext uri="{FF2B5EF4-FFF2-40B4-BE49-F238E27FC236}">
                  <a16:creationId xmlns:a16="http://schemas.microsoft.com/office/drawing/2014/main" id="{695AB8DC-D837-4E3F-9AAF-5A1618C48AD1}"/>
                </a:ext>
              </a:extLst>
            </p:cNvPr>
            <p:cNvSpPr/>
            <p:nvPr userDrawn="1"/>
          </p:nvSpPr>
          <p:spPr>
            <a:xfrm flipH="1">
              <a:off x="9470751" y="4187159"/>
              <a:ext cx="33236" cy="27968"/>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8" name="Tekstvak 37">
              <a:extLst>
                <a:ext uri="{FF2B5EF4-FFF2-40B4-BE49-F238E27FC236}">
                  <a16:creationId xmlns:a16="http://schemas.microsoft.com/office/drawing/2014/main" id="{200A8ED3-084D-4E6E-9AD1-7ACB54832338}"/>
                </a:ext>
              </a:extLst>
            </p:cNvPr>
            <p:cNvSpPr txBox="1"/>
            <p:nvPr userDrawn="1"/>
          </p:nvSpPr>
          <p:spPr>
            <a:xfrm>
              <a:off x="9533392" y="4153268"/>
              <a:ext cx="451236" cy="110261"/>
            </a:xfrm>
            <a:prstGeom prst="rect">
              <a:avLst/>
            </a:prstGeom>
            <a:noFill/>
          </p:spPr>
          <p:txBody>
            <a:bodyPr wrap="square" lIns="0" tIns="0" rIns="0" bIns="0" rtlCol="0" anchor="ctr">
              <a:noAutofit/>
            </a:bodyPr>
            <a:lstStyle/>
            <a:p>
              <a:pPr algn="l"/>
              <a:r>
                <a:rPr lang="nl-NL" sz="500" b="1" noProof="0" dirty="0">
                  <a:solidFill>
                    <a:srgbClr val="000000"/>
                  </a:solidFill>
                  <a:latin typeface="Segoe UI" panose="020B0502040204020203" pitchFamily="34" charset="0"/>
                  <a:cs typeface="Segoe UI" panose="020B0502040204020203" pitchFamily="34" charset="0"/>
                </a:rPr>
                <a:t>Naam</a:t>
              </a:r>
            </a:p>
          </p:txBody>
        </p:sp>
        <p:sp>
          <p:nvSpPr>
            <p:cNvPr id="39" name="Tekstvak 38">
              <a:extLst>
                <a:ext uri="{FF2B5EF4-FFF2-40B4-BE49-F238E27FC236}">
                  <a16:creationId xmlns:a16="http://schemas.microsoft.com/office/drawing/2014/main" id="{5971DBDF-F4CB-4C4A-938B-378D1091292A}"/>
                </a:ext>
              </a:extLst>
            </p:cNvPr>
            <p:cNvSpPr txBox="1"/>
            <p:nvPr userDrawn="1"/>
          </p:nvSpPr>
          <p:spPr>
            <a:xfrm>
              <a:off x="9943541" y="4150343"/>
              <a:ext cx="873023" cy="110261"/>
            </a:xfrm>
            <a:prstGeom prst="rect">
              <a:avLst/>
            </a:prstGeom>
            <a:noFill/>
          </p:spPr>
          <p:txBody>
            <a:bodyPr wrap="square" lIns="0" tIns="0" rIns="0" bIns="0" rtlCol="0" anchor="ctr">
              <a:noAutofit/>
            </a:bodyPr>
            <a:lstStyle/>
            <a:p>
              <a:pPr algn="l"/>
              <a:r>
                <a:rPr lang="nl-NL" sz="400" b="0" noProof="0" dirty="0">
                  <a:solidFill>
                    <a:srgbClr val="211F26"/>
                  </a:solidFill>
                  <a:latin typeface="Segoe UI" panose="020B0502040204020203" pitchFamily="34" charset="0"/>
                  <a:cs typeface="Segoe UI" panose="020B0502040204020203" pitchFamily="34" charset="0"/>
                </a:rPr>
                <a:t>Een aantal seconden geleden</a:t>
              </a:r>
            </a:p>
          </p:txBody>
        </p:sp>
        <p:sp>
          <p:nvSpPr>
            <p:cNvPr id="40" name="Ovaal 39">
              <a:extLst>
                <a:ext uri="{FF2B5EF4-FFF2-40B4-BE49-F238E27FC236}">
                  <a16:creationId xmlns:a16="http://schemas.microsoft.com/office/drawing/2014/main" id="{A79BA3E8-FECF-4ED9-8B5F-8E7AB355DCBA}"/>
                </a:ext>
              </a:extLst>
            </p:cNvPr>
            <p:cNvSpPr/>
            <p:nvPr userDrawn="1"/>
          </p:nvSpPr>
          <p:spPr>
            <a:xfrm>
              <a:off x="9489950" y="4281958"/>
              <a:ext cx="142283" cy="144000"/>
            </a:xfrm>
            <a:prstGeom prst="ellipse">
              <a:avLst/>
            </a:prstGeom>
            <a:pattFill prst="dkUpDiag">
              <a:fgClr>
                <a:srgbClr val="DADADA"/>
              </a:fgClr>
              <a:bgClr>
                <a:srgbClr val="9D9FA1"/>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57" name="Groep 56">
            <a:extLst>
              <a:ext uri="{FF2B5EF4-FFF2-40B4-BE49-F238E27FC236}">
                <a16:creationId xmlns:a16="http://schemas.microsoft.com/office/drawing/2014/main" id="{D1DB6452-8B73-4E8B-BCB7-B0A39BA65A8E}"/>
              </a:ext>
            </a:extLst>
          </p:cNvPr>
          <p:cNvGrpSpPr/>
          <p:nvPr userDrawn="1"/>
        </p:nvGrpSpPr>
        <p:grpSpPr>
          <a:xfrm>
            <a:off x="9350681" y="4583447"/>
            <a:ext cx="412275" cy="441795"/>
            <a:chOff x="8323487" y="3433313"/>
            <a:chExt cx="370301" cy="396815"/>
          </a:xfrm>
        </p:grpSpPr>
        <p:sp>
          <p:nvSpPr>
            <p:cNvPr id="58" name="Rechthoek 57">
              <a:extLst>
                <a:ext uri="{FF2B5EF4-FFF2-40B4-BE49-F238E27FC236}">
                  <a16:creationId xmlns:a16="http://schemas.microsoft.com/office/drawing/2014/main" id="{BF9F2032-2823-4E19-9771-B9FC46580934}"/>
                </a:ext>
              </a:extLst>
            </p:cNvPr>
            <p:cNvSpPr/>
            <p:nvPr userDrawn="1"/>
          </p:nvSpPr>
          <p:spPr>
            <a:xfrm>
              <a:off x="8323487" y="3433313"/>
              <a:ext cx="370301" cy="396815"/>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9" name="Tekstballon: rechthoek met afgeronde hoeken 58">
              <a:extLst>
                <a:ext uri="{FF2B5EF4-FFF2-40B4-BE49-F238E27FC236}">
                  <a16:creationId xmlns:a16="http://schemas.microsoft.com/office/drawing/2014/main" id="{9BCF438B-7338-44B9-BED9-BF8323BAD832}"/>
                </a:ext>
              </a:extLst>
            </p:cNvPr>
            <p:cNvSpPr/>
            <p:nvPr userDrawn="1"/>
          </p:nvSpPr>
          <p:spPr>
            <a:xfrm>
              <a:off x="8397954" y="3542112"/>
              <a:ext cx="221366" cy="147623"/>
            </a:xfrm>
            <a:prstGeom prst="wedgeRoundRectCallout">
              <a:avLst>
                <a:gd name="adj1" fmla="val -26274"/>
                <a:gd name="adj2" fmla="val 88043"/>
                <a:gd name="adj3" fmla="val 16667"/>
              </a:avLst>
            </a:prstGeom>
            <a:solidFill>
              <a:srgbClr val="FFCDB2"/>
            </a:solidFill>
            <a:ln w="12700">
              <a:solidFill>
                <a:srgbClr val="D9706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sp>
        <p:nvSpPr>
          <p:cNvPr id="62" name="Tekstvak 61">
            <a:extLst>
              <a:ext uri="{FF2B5EF4-FFF2-40B4-BE49-F238E27FC236}">
                <a16:creationId xmlns:a16="http://schemas.microsoft.com/office/drawing/2014/main" id="{3B6DE92E-57ED-489A-86AB-32755B741A5A}"/>
              </a:ext>
            </a:extLst>
          </p:cNvPr>
          <p:cNvSpPr txBox="1"/>
          <p:nvPr userDrawn="1"/>
        </p:nvSpPr>
        <p:spPr>
          <a:xfrm>
            <a:off x="1679128" y="5412432"/>
            <a:ext cx="5761552" cy="658760"/>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 rechter bovenhoek van het venster voor Opmerkingen zijn twee knopjes zichtbaar. Met het linker knopje kun je naar de vorige opmerking navigeren en met het rechter knopje ga je naar de volgende opmerking.</a:t>
            </a:r>
          </a:p>
        </p:txBody>
      </p:sp>
      <p:sp>
        <p:nvSpPr>
          <p:cNvPr id="63" name="Ovaal 62">
            <a:extLst>
              <a:ext uri="{FF2B5EF4-FFF2-40B4-BE49-F238E27FC236}">
                <a16:creationId xmlns:a16="http://schemas.microsoft.com/office/drawing/2014/main" id="{1DDB16E3-677D-451A-BC3C-AC57AEB4D823}"/>
              </a:ext>
            </a:extLst>
          </p:cNvPr>
          <p:cNvSpPr/>
          <p:nvPr userDrawn="1"/>
        </p:nvSpPr>
        <p:spPr>
          <a:xfrm>
            <a:off x="8291413"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grpSp>
        <p:nvGrpSpPr>
          <p:cNvPr id="65" name="Groep 64">
            <a:extLst>
              <a:ext uri="{FF2B5EF4-FFF2-40B4-BE49-F238E27FC236}">
                <a16:creationId xmlns:a16="http://schemas.microsoft.com/office/drawing/2014/main" id="{C9EBEA77-F3D5-4363-B3EF-B34260A1D648}"/>
              </a:ext>
            </a:extLst>
          </p:cNvPr>
          <p:cNvGrpSpPr/>
          <p:nvPr userDrawn="1"/>
        </p:nvGrpSpPr>
        <p:grpSpPr>
          <a:xfrm>
            <a:off x="9350681" y="5379893"/>
            <a:ext cx="919855" cy="429569"/>
            <a:chOff x="9361322" y="5407067"/>
            <a:chExt cx="919855" cy="429569"/>
          </a:xfrm>
        </p:grpSpPr>
        <p:grpSp>
          <p:nvGrpSpPr>
            <p:cNvPr id="61" name="Groep 60">
              <a:extLst>
                <a:ext uri="{FF2B5EF4-FFF2-40B4-BE49-F238E27FC236}">
                  <a16:creationId xmlns:a16="http://schemas.microsoft.com/office/drawing/2014/main" id="{C1A5DF90-9BD0-4A9F-AC57-8462DC07676F}"/>
                </a:ext>
              </a:extLst>
            </p:cNvPr>
            <p:cNvGrpSpPr/>
            <p:nvPr userDrawn="1"/>
          </p:nvGrpSpPr>
          <p:grpSpPr>
            <a:xfrm>
              <a:off x="9361322" y="5407067"/>
              <a:ext cx="412275" cy="429569"/>
              <a:chOff x="9361322" y="5412430"/>
              <a:chExt cx="412275" cy="429569"/>
            </a:xfrm>
          </p:grpSpPr>
          <p:sp>
            <p:nvSpPr>
              <p:cNvPr id="80" name="Rechthoek 79">
                <a:extLst>
                  <a:ext uri="{FF2B5EF4-FFF2-40B4-BE49-F238E27FC236}">
                    <a16:creationId xmlns:a16="http://schemas.microsoft.com/office/drawing/2014/main" id="{55BD93E4-4802-4310-849B-43F3DC88590E}"/>
                  </a:ext>
                </a:extLst>
              </p:cNvPr>
              <p:cNvSpPr/>
              <p:nvPr userDrawn="1"/>
            </p:nvSpPr>
            <p:spPr>
              <a:xfrm>
                <a:off x="9361322"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81" name="Tekstballon: rechthoek met afgeronde hoeken 80">
                <a:extLst>
                  <a:ext uri="{FF2B5EF4-FFF2-40B4-BE49-F238E27FC236}">
                    <a16:creationId xmlns:a16="http://schemas.microsoft.com/office/drawing/2014/main" id="{1B9C5796-DDDD-4A07-AC24-9779E86FC6A2}"/>
                  </a:ext>
                </a:extLst>
              </p:cNvPr>
              <p:cNvSpPr/>
              <p:nvPr userDrawn="1"/>
            </p:nvSpPr>
            <p:spPr>
              <a:xfrm>
                <a:off x="9449029"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19" name="Vrije vorm: vorm 118">
                <a:extLst>
                  <a:ext uri="{FF2B5EF4-FFF2-40B4-BE49-F238E27FC236}">
                    <a16:creationId xmlns:a16="http://schemas.microsoft.com/office/drawing/2014/main" id="{1FC46FB2-A57B-4854-BA1C-D29C894055C4}"/>
                  </a:ext>
                </a:extLst>
              </p:cNvPr>
              <p:cNvSpPr/>
              <p:nvPr userDrawn="1"/>
            </p:nvSpPr>
            <p:spPr>
              <a:xfrm>
                <a:off x="9388455" y="5482032"/>
                <a:ext cx="143711" cy="118905"/>
              </a:xfrm>
              <a:custGeom>
                <a:avLst/>
                <a:gdLst>
                  <a:gd name="connsiteX0" fmla="*/ 54047 w 143711"/>
                  <a:gd name="connsiteY0" fmla="*/ 0 h 118905"/>
                  <a:gd name="connsiteX1" fmla="*/ 108095 w 143711"/>
                  <a:gd name="connsiteY1" fmla="*/ 0 h 118905"/>
                  <a:gd name="connsiteX2" fmla="*/ 76067 w 143711"/>
                  <a:gd name="connsiteY2" fmla="*/ 35230 h 118905"/>
                  <a:gd name="connsiteX3" fmla="*/ 143711 w 143711"/>
                  <a:gd name="connsiteY3" fmla="*/ 35230 h 118905"/>
                  <a:gd name="connsiteX4" fmla="*/ 143711 w 143711"/>
                  <a:gd name="connsiteY4" fmla="*/ 83675 h 118905"/>
                  <a:gd name="connsiteX5" fmla="*/ 76068 w 143711"/>
                  <a:gd name="connsiteY5" fmla="*/ 83675 h 118905"/>
                  <a:gd name="connsiteX6" fmla="*/ 108095 w 143711"/>
                  <a:gd name="connsiteY6" fmla="*/ 118905 h 118905"/>
                  <a:gd name="connsiteX7" fmla="*/ 54047 w 143711"/>
                  <a:gd name="connsiteY7" fmla="*/ 118905 h 118905"/>
                  <a:gd name="connsiteX8" fmla="*/ 0 w 143711"/>
                  <a:gd name="connsiteY8" fmla="*/ 59452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54047" y="0"/>
                    </a:moveTo>
                    <a:lnTo>
                      <a:pt x="108095" y="0"/>
                    </a:lnTo>
                    <a:lnTo>
                      <a:pt x="76067" y="35230"/>
                    </a:lnTo>
                    <a:lnTo>
                      <a:pt x="143711" y="35230"/>
                    </a:lnTo>
                    <a:lnTo>
                      <a:pt x="143711" y="83675"/>
                    </a:lnTo>
                    <a:lnTo>
                      <a:pt x="76068" y="83675"/>
                    </a:lnTo>
                    <a:lnTo>
                      <a:pt x="108095" y="118905"/>
                    </a:lnTo>
                    <a:lnTo>
                      <a:pt x="54047" y="118905"/>
                    </a:lnTo>
                    <a:lnTo>
                      <a:pt x="0" y="59452"/>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nvGrpSpPr>
            <p:cNvPr id="64" name="Groep 63">
              <a:extLst>
                <a:ext uri="{FF2B5EF4-FFF2-40B4-BE49-F238E27FC236}">
                  <a16:creationId xmlns:a16="http://schemas.microsoft.com/office/drawing/2014/main" id="{FC63FE84-EA4E-436C-98A6-5C5A0A08BDD5}"/>
                </a:ext>
              </a:extLst>
            </p:cNvPr>
            <p:cNvGrpSpPr/>
            <p:nvPr userDrawn="1"/>
          </p:nvGrpSpPr>
          <p:grpSpPr>
            <a:xfrm>
              <a:off x="9868902" y="5407067"/>
              <a:ext cx="412275" cy="429569"/>
              <a:chOff x="9890035" y="5412430"/>
              <a:chExt cx="412275" cy="429569"/>
            </a:xfrm>
          </p:grpSpPr>
          <p:sp>
            <p:nvSpPr>
              <p:cNvPr id="75" name="Rechthoek 74">
                <a:extLst>
                  <a:ext uri="{FF2B5EF4-FFF2-40B4-BE49-F238E27FC236}">
                    <a16:creationId xmlns:a16="http://schemas.microsoft.com/office/drawing/2014/main" id="{2A0F61DD-8B24-455A-818D-F11C23155872}"/>
                  </a:ext>
                </a:extLst>
              </p:cNvPr>
              <p:cNvSpPr/>
              <p:nvPr userDrawn="1"/>
            </p:nvSpPr>
            <p:spPr>
              <a:xfrm>
                <a:off x="9890035"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76" name="Tekstballon: rechthoek met afgeronde hoeken 75">
                <a:extLst>
                  <a:ext uri="{FF2B5EF4-FFF2-40B4-BE49-F238E27FC236}">
                    <a16:creationId xmlns:a16="http://schemas.microsoft.com/office/drawing/2014/main" id="{4E5B9E60-C68F-4154-80E5-E1A2C86DFB09}"/>
                  </a:ext>
                </a:extLst>
              </p:cNvPr>
              <p:cNvSpPr/>
              <p:nvPr userDrawn="1"/>
            </p:nvSpPr>
            <p:spPr>
              <a:xfrm>
                <a:off x="9977742"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20" name="Vrije vorm: vorm 119">
                <a:extLst>
                  <a:ext uri="{FF2B5EF4-FFF2-40B4-BE49-F238E27FC236}">
                    <a16:creationId xmlns:a16="http://schemas.microsoft.com/office/drawing/2014/main" id="{0BC81CA4-BBFD-4F07-A3B0-89F0F66829F7}"/>
                  </a:ext>
                </a:extLst>
              </p:cNvPr>
              <p:cNvSpPr/>
              <p:nvPr userDrawn="1"/>
            </p:nvSpPr>
            <p:spPr>
              <a:xfrm flipH="1">
                <a:off x="9962390" y="5482032"/>
                <a:ext cx="143711" cy="118905"/>
              </a:xfrm>
              <a:custGeom>
                <a:avLst/>
                <a:gdLst>
                  <a:gd name="connsiteX0" fmla="*/ 108095 w 143711"/>
                  <a:gd name="connsiteY0" fmla="*/ 0 h 118905"/>
                  <a:gd name="connsiteX1" fmla="*/ 54047 w 143711"/>
                  <a:gd name="connsiteY1" fmla="*/ 0 h 118905"/>
                  <a:gd name="connsiteX2" fmla="*/ 0 w 143711"/>
                  <a:gd name="connsiteY2" fmla="*/ 59452 h 118905"/>
                  <a:gd name="connsiteX3" fmla="*/ 54047 w 143711"/>
                  <a:gd name="connsiteY3" fmla="*/ 118905 h 118905"/>
                  <a:gd name="connsiteX4" fmla="*/ 108095 w 143711"/>
                  <a:gd name="connsiteY4" fmla="*/ 118905 h 118905"/>
                  <a:gd name="connsiteX5" fmla="*/ 76068 w 143711"/>
                  <a:gd name="connsiteY5" fmla="*/ 83675 h 118905"/>
                  <a:gd name="connsiteX6" fmla="*/ 143711 w 143711"/>
                  <a:gd name="connsiteY6" fmla="*/ 83675 h 118905"/>
                  <a:gd name="connsiteX7" fmla="*/ 143711 w 143711"/>
                  <a:gd name="connsiteY7" fmla="*/ 35230 h 118905"/>
                  <a:gd name="connsiteX8" fmla="*/ 76067 w 143711"/>
                  <a:gd name="connsiteY8" fmla="*/ 35230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108095" y="0"/>
                    </a:moveTo>
                    <a:lnTo>
                      <a:pt x="54047" y="0"/>
                    </a:lnTo>
                    <a:lnTo>
                      <a:pt x="0" y="59452"/>
                    </a:lnTo>
                    <a:lnTo>
                      <a:pt x="54047" y="118905"/>
                    </a:lnTo>
                    <a:lnTo>
                      <a:pt x="108095" y="118905"/>
                    </a:lnTo>
                    <a:lnTo>
                      <a:pt x="76068" y="83675"/>
                    </a:lnTo>
                    <a:lnTo>
                      <a:pt x="143711" y="83675"/>
                    </a:lnTo>
                    <a:lnTo>
                      <a:pt x="143711" y="35230"/>
                    </a:lnTo>
                    <a:lnTo>
                      <a:pt x="76067" y="35230"/>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85" name="Ovaal 84">
            <a:extLst>
              <a:ext uri="{FF2B5EF4-FFF2-40B4-BE49-F238E27FC236}">
                <a16:creationId xmlns:a16="http://schemas.microsoft.com/office/drawing/2014/main" id="{D1250477-D566-4EB4-835D-9D176A0EDDEE}"/>
              </a:ext>
            </a:extLst>
          </p:cNvPr>
          <p:cNvSpPr/>
          <p:nvPr userDrawn="1"/>
        </p:nvSpPr>
        <p:spPr>
          <a:xfrm>
            <a:off x="8762912"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86" name="Ovaal 85">
            <a:extLst>
              <a:ext uri="{FF2B5EF4-FFF2-40B4-BE49-F238E27FC236}">
                <a16:creationId xmlns:a16="http://schemas.microsoft.com/office/drawing/2014/main" id="{8F3F7129-FFA7-403D-85C0-EAA34F3E4A74}"/>
              </a:ext>
            </a:extLst>
          </p:cNvPr>
          <p:cNvSpPr/>
          <p:nvPr userDrawn="1"/>
        </p:nvSpPr>
        <p:spPr>
          <a:xfrm>
            <a:off x="8708047"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87" name="Ovaal 86">
            <a:extLst>
              <a:ext uri="{FF2B5EF4-FFF2-40B4-BE49-F238E27FC236}">
                <a16:creationId xmlns:a16="http://schemas.microsoft.com/office/drawing/2014/main" id="{236E36BE-4087-41EC-A2BF-9864ECC21FC6}"/>
              </a:ext>
            </a:extLst>
          </p:cNvPr>
          <p:cNvSpPr/>
          <p:nvPr userDrawn="1"/>
        </p:nvSpPr>
        <p:spPr>
          <a:xfrm>
            <a:off x="8544619"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88" name="Ovaal 87">
            <a:extLst>
              <a:ext uri="{FF2B5EF4-FFF2-40B4-BE49-F238E27FC236}">
                <a16:creationId xmlns:a16="http://schemas.microsoft.com/office/drawing/2014/main" id="{A76B213C-B3E9-47F3-8C4B-AF29E50D7FDC}"/>
              </a:ext>
            </a:extLst>
          </p:cNvPr>
          <p:cNvSpPr/>
          <p:nvPr userDrawn="1"/>
        </p:nvSpPr>
        <p:spPr>
          <a:xfrm>
            <a:off x="8773860"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grpSp>
        <p:nvGrpSpPr>
          <p:cNvPr id="3" name="Groep 2">
            <a:extLst>
              <a:ext uri="{FF2B5EF4-FFF2-40B4-BE49-F238E27FC236}">
                <a16:creationId xmlns:a16="http://schemas.microsoft.com/office/drawing/2014/main" id="{4323E688-B7C5-4E1C-897D-492C343FAA09}"/>
              </a:ext>
            </a:extLst>
          </p:cNvPr>
          <p:cNvGrpSpPr/>
          <p:nvPr userDrawn="1"/>
        </p:nvGrpSpPr>
        <p:grpSpPr>
          <a:xfrm>
            <a:off x="9350689" y="2648287"/>
            <a:ext cx="1868733" cy="282692"/>
            <a:chOff x="9274992" y="2652097"/>
            <a:chExt cx="1761894" cy="266530"/>
          </a:xfrm>
        </p:grpSpPr>
        <p:grpSp>
          <p:nvGrpSpPr>
            <p:cNvPr id="17" name="Groep 16">
              <a:extLst>
                <a:ext uri="{FF2B5EF4-FFF2-40B4-BE49-F238E27FC236}">
                  <a16:creationId xmlns:a16="http://schemas.microsoft.com/office/drawing/2014/main" id="{ED330E87-BE72-42F1-8FB5-CF7A03CD7732}"/>
                </a:ext>
              </a:extLst>
            </p:cNvPr>
            <p:cNvGrpSpPr/>
            <p:nvPr userDrawn="1"/>
          </p:nvGrpSpPr>
          <p:grpSpPr>
            <a:xfrm>
              <a:off x="9274992" y="2652097"/>
              <a:ext cx="1761894" cy="266530"/>
              <a:chOff x="5322164" y="2132856"/>
              <a:chExt cx="1761894" cy="266530"/>
            </a:xfrm>
          </p:grpSpPr>
          <p:sp>
            <p:nvSpPr>
              <p:cNvPr id="18" name="Rechthoek 17">
                <a:extLst>
                  <a:ext uri="{FF2B5EF4-FFF2-40B4-BE49-F238E27FC236}">
                    <a16:creationId xmlns:a16="http://schemas.microsoft.com/office/drawing/2014/main" id="{27572ED7-4383-4C08-9B7B-2EA13EDBD52C}"/>
                  </a:ext>
                </a:extLst>
              </p:cNvPr>
              <p:cNvSpPr/>
              <p:nvPr userDrawn="1"/>
            </p:nvSpPr>
            <p:spPr>
              <a:xfrm>
                <a:off x="5322164" y="2132856"/>
                <a:ext cx="1761894" cy="266530"/>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chemeClr val="tx1"/>
                  </a:solidFill>
                  <a:latin typeface="Segoe UI" panose="020B0502040204020203" pitchFamily="34" charset="0"/>
                  <a:cs typeface="Segoe UI" panose="020B0502040204020203" pitchFamily="34" charset="0"/>
                </a:endParaRPr>
              </a:p>
            </p:txBody>
          </p:sp>
          <p:sp>
            <p:nvSpPr>
              <p:cNvPr id="20" name="Tekstvak 19">
                <a:extLst>
                  <a:ext uri="{FF2B5EF4-FFF2-40B4-BE49-F238E27FC236}">
                    <a16:creationId xmlns:a16="http://schemas.microsoft.com/office/drawing/2014/main" id="{0D9E7FAF-DDE3-4699-9361-DEF0DAB4D5DF}"/>
                  </a:ext>
                </a:extLst>
              </p:cNvPr>
              <p:cNvSpPr txBox="1"/>
              <p:nvPr userDrawn="1"/>
            </p:nvSpPr>
            <p:spPr>
              <a:xfrm>
                <a:off x="5342229" y="2182649"/>
                <a:ext cx="479687"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Start</a:t>
                </a:r>
              </a:p>
            </p:txBody>
          </p:sp>
          <p:sp>
            <p:nvSpPr>
              <p:cNvPr id="21" name="Tekstvak 20">
                <a:extLst>
                  <a:ext uri="{FF2B5EF4-FFF2-40B4-BE49-F238E27FC236}">
                    <a16:creationId xmlns:a16="http://schemas.microsoft.com/office/drawing/2014/main" id="{6D16041D-12A0-4292-A7A1-988830A91DCA}"/>
                  </a:ext>
                </a:extLst>
              </p:cNvPr>
              <p:cNvSpPr txBox="1"/>
              <p:nvPr userDrawn="1"/>
            </p:nvSpPr>
            <p:spPr>
              <a:xfrm>
                <a:off x="6383169" y="2182649"/>
                <a:ext cx="670798"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Ontwerpen</a:t>
                </a:r>
              </a:p>
            </p:txBody>
          </p:sp>
          <p:sp>
            <p:nvSpPr>
              <p:cNvPr id="22" name="Tekstvak 21">
                <a:extLst>
                  <a:ext uri="{FF2B5EF4-FFF2-40B4-BE49-F238E27FC236}">
                    <a16:creationId xmlns:a16="http://schemas.microsoft.com/office/drawing/2014/main" id="{E1527D1B-7B5E-4493-B1BE-354AC1FD99E2}"/>
                  </a:ext>
                </a:extLst>
              </p:cNvPr>
              <p:cNvSpPr txBox="1"/>
              <p:nvPr userDrawn="1"/>
            </p:nvSpPr>
            <p:spPr>
              <a:xfrm>
                <a:off x="5733831" y="2180940"/>
                <a:ext cx="709300" cy="157662"/>
              </a:xfrm>
              <a:prstGeom prst="rect">
                <a:avLst/>
              </a:prstGeom>
              <a:noFill/>
            </p:spPr>
            <p:txBody>
              <a:bodyPr wrap="square" rtlCol="0" anchor="ctr">
                <a:noAutofit/>
              </a:bodyPr>
              <a:lstStyle/>
              <a:p>
                <a:pPr algn="ctr"/>
                <a:r>
                  <a:rPr lang="nl-NL" sz="800" noProof="0" dirty="0">
                    <a:solidFill>
                      <a:srgbClr val="B74629"/>
                    </a:solidFill>
                    <a:latin typeface="Segoe UI" panose="020B0502040204020203" pitchFamily="34" charset="0"/>
                    <a:cs typeface="Segoe UI" panose="020B0502040204020203" pitchFamily="34" charset="0"/>
                  </a:rPr>
                  <a:t>Invoegen</a:t>
                </a:r>
              </a:p>
            </p:txBody>
          </p:sp>
        </p:grpSp>
        <p:sp>
          <p:nvSpPr>
            <p:cNvPr id="2" name="Rechthoek 1">
              <a:extLst>
                <a:ext uri="{FF2B5EF4-FFF2-40B4-BE49-F238E27FC236}">
                  <a16:creationId xmlns:a16="http://schemas.microsoft.com/office/drawing/2014/main" id="{DBC54CF3-178D-4A44-BF65-7B291AA052AF}"/>
                </a:ext>
              </a:extLst>
            </p:cNvPr>
            <p:cNvSpPr/>
            <p:nvPr userDrawn="1"/>
          </p:nvSpPr>
          <p:spPr>
            <a:xfrm>
              <a:off x="9896239" y="2873047"/>
              <a:ext cx="290139" cy="45580"/>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800" cap="all" baseline="0" noProof="0" dirty="0">
                <a:latin typeface="Segoe UI" panose="020B0502040204020203" pitchFamily="34" charset="0"/>
                <a:cs typeface="Segoe UI" panose="020B0502040204020203" pitchFamily="34" charset="0"/>
              </a:endParaRPr>
            </a:p>
          </p:txBody>
        </p:sp>
      </p:grpSp>
      <p:grpSp>
        <p:nvGrpSpPr>
          <p:cNvPr id="12" name="Groep 11">
            <a:extLst>
              <a:ext uri="{FF2B5EF4-FFF2-40B4-BE49-F238E27FC236}">
                <a16:creationId xmlns:a16="http://schemas.microsoft.com/office/drawing/2014/main" id="{41909E48-313F-4565-9D04-B09F659206A6}"/>
              </a:ext>
            </a:extLst>
          </p:cNvPr>
          <p:cNvGrpSpPr/>
          <p:nvPr userDrawn="1"/>
        </p:nvGrpSpPr>
        <p:grpSpPr>
          <a:xfrm>
            <a:off x="9350689" y="3160240"/>
            <a:ext cx="503685" cy="451231"/>
            <a:chOff x="9146748" y="481263"/>
            <a:chExt cx="714475" cy="640069"/>
          </a:xfrm>
        </p:grpSpPr>
        <p:pic>
          <p:nvPicPr>
            <p:cNvPr id="9" name="Afbeelding 8">
              <a:extLst>
                <a:ext uri="{FF2B5EF4-FFF2-40B4-BE49-F238E27FC236}">
                  <a16:creationId xmlns:a16="http://schemas.microsoft.com/office/drawing/2014/main" id="{C320EEEC-23FB-4FFA-9753-C2C0CB3A47BC}"/>
                </a:ext>
              </a:extLst>
            </p:cNvPr>
            <p:cNvPicPr>
              <a:picLocks noChangeAspect="1"/>
            </p:cNvPicPr>
            <p:nvPr userDrawn="1"/>
          </p:nvPicPr>
          <p:blipFill rotWithShape="1">
            <a:blip r:embed="rId2"/>
            <a:srcRect t="-8370"/>
            <a:stretch/>
          </p:blipFill>
          <p:spPr>
            <a:xfrm>
              <a:off x="9146748" y="481263"/>
              <a:ext cx="714475" cy="640069"/>
            </a:xfrm>
            <a:prstGeom prst="rect">
              <a:avLst/>
            </a:prstGeom>
            <a:solidFill>
              <a:schemeClr val="bg1"/>
            </a:solidFill>
            <a:ln w="6350">
              <a:solidFill>
                <a:srgbClr val="D2D2D2"/>
              </a:solidFill>
            </a:ln>
          </p:spPr>
        </p:pic>
        <p:sp>
          <p:nvSpPr>
            <p:cNvPr id="10" name="Tekstvak 9">
              <a:extLst>
                <a:ext uri="{FF2B5EF4-FFF2-40B4-BE49-F238E27FC236}">
                  <a16:creationId xmlns:a16="http://schemas.microsoft.com/office/drawing/2014/main" id="{BD4D7CC2-9822-4C7B-A80A-AC3D699C9602}"/>
                </a:ext>
              </a:extLst>
            </p:cNvPr>
            <p:cNvSpPr txBox="1"/>
            <p:nvPr userDrawn="1"/>
          </p:nvSpPr>
          <p:spPr>
            <a:xfrm>
              <a:off x="9168833" y="849563"/>
              <a:ext cx="660967" cy="233280"/>
            </a:xfrm>
            <a:prstGeom prst="rect">
              <a:avLst/>
            </a:prstGeom>
            <a:solidFill>
              <a:srgbClr val="FFFFFF"/>
            </a:solidFill>
          </p:spPr>
          <p:txBody>
            <a:bodyPr wrap="square" lIns="0" tIns="0" rIns="0" bIns="0" rtlCol="0" anchor="ctr">
              <a:noAutofit/>
            </a:bodyPr>
            <a:lstStyle/>
            <a:p>
              <a:pPr algn="ctr"/>
              <a:r>
                <a:rPr lang="nl-NL" sz="700" noProof="0" dirty="0">
                  <a:solidFill>
                    <a:srgbClr val="211F26"/>
                  </a:solidFill>
                  <a:latin typeface="Segoe UI" panose="020B0502040204020203" pitchFamily="34" charset="0"/>
                  <a:cs typeface="Segoe UI" panose="020B0502040204020203" pitchFamily="34" charset="0"/>
                </a:rPr>
                <a:t>Opmerking</a:t>
              </a:r>
            </a:p>
          </p:txBody>
        </p:sp>
      </p:grpSp>
      <p:sp>
        <p:nvSpPr>
          <p:cNvPr id="94" name="Ovaal 93">
            <a:extLst>
              <a:ext uri="{FF2B5EF4-FFF2-40B4-BE49-F238E27FC236}">
                <a16:creationId xmlns:a16="http://schemas.microsoft.com/office/drawing/2014/main" id="{1E588BE0-1F3A-4159-B290-92C50EA3E4B0}"/>
              </a:ext>
            </a:extLst>
          </p:cNvPr>
          <p:cNvSpPr/>
          <p:nvPr userDrawn="1"/>
        </p:nvSpPr>
        <p:spPr>
          <a:xfrm>
            <a:off x="1215428"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sp>
        <p:nvSpPr>
          <p:cNvPr id="95" name="Ovaal 94">
            <a:extLst>
              <a:ext uri="{FF2B5EF4-FFF2-40B4-BE49-F238E27FC236}">
                <a16:creationId xmlns:a16="http://schemas.microsoft.com/office/drawing/2014/main" id="{3C3BACCB-7BEE-4378-9585-94EE233D4891}"/>
              </a:ext>
            </a:extLst>
          </p:cNvPr>
          <p:cNvSpPr/>
          <p:nvPr userDrawn="1"/>
        </p:nvSpPr>
        <p:spPr>
          <a:xfrm>
            <a:off x="1215428"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96" name="Ovaal 95">
            <a:extLst>
              <a:ext uri="{FF2B5EF4-FFF2-40B4-BE49-F238E27FC236}">
                <a16:creationId xmlns:a16="http://schemas.microsoft.com/office/drawing/2014/main" id="{096EC83F-BF9E-4C24-816E-1494AD4C50C4}"/>
              </a:ext>
            </a:extLst>
          </p:cNvPr>
          <p:cNvSpPr/>
          <p:nvPr userDrawn="1"/>
        </p:nvSpPr>
        <p:spPr>
          <a:xfrm>
            <a:off x="1215428"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97" name="Ovaal 96">
            <a:extLst>
              <a:ext uri="{FF2B5EF4-FFF2-40B4-BE49-F238E27FC236}">
                <a16:creationId xmlns:a16="http://schemas.microsoft.com/office/drawing/2014/main" id="{652C2746-FB70-4943-8F76-34BB9B8B7D42}"/>
              </a:ext>
            </a:extLst>
          </p:cNvPr>
          <p:cNvSpPr/>
          <p:nvPr userDrawn="1"/>
        </p:nvSpPr>
        <p:spPr>
          <a:xfrm>
            <a:off x="1215428"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98" name="Ovaal 97">
            <a:extLst>
              <a:ext uri="{FF2B5EF4-FFF2-40B4-BE49-F238E27FC236}">
                <a16:creationId xmlns:a16="http://schemas.microsoft.com/office/drawing/2014/main" id="{49A82809-44E9-4B60-9301-F8DFBF38500A}"/>
              </a:ext>
            </a:extLst>
          </p:cNvPr>
          <p:cNvSpPr/>
          <p:nvPr userDrawn="1"/>
        </p:nvSpPr>
        <p:spPr>
          <a:xfrm>
            <a:off x="1215428"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spTree>
    <p:extLst>
      <p:ext uri="{BB962C8B-B14F-4D97-AF65-F5344CB8AC3E}">
        <p14:creationId xmlns:p14="http://schemas.microsoft.com/office/powerpoint/2010/main" val="24611824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IEUWE DIA">
    <p:spTree>
      <p:nvGrpSpPr>
        <p:cNvPr id="1" name=""/>
        <p:cNvGrpSpPr/>
        <p:nvPr/>
      </p:nvGrpSpPr>
      <p:grpSpPr>
        <a:xfrm>
          <a:off x="0" y="0"/>
          <a:ext cx="0" cy="0"/>
          <a:chOff x="0" y="0"/>
          <a:chExt cx="0" cy="0"/>
        </a:xfrm>
      </p:grpSpPr>
      <p:sp>
        <p:nvSpPr>
          <p:cNvPr id="35" name="Rechthoek 34">
            <a:extLst>
              <a:ext uri="{FF2B5EF4-FFF2-40B4-BE49-F238E27FC236}">
                <a16:creationId xmlns:a16="http://schemas.microsoft.com/office/drawing/2014/main" id="{39BC7DDF-18B5-40BE-9474-CDBAF7B655F5}"/>
              </a:ext>
            </a:extLst>
          </p:cNvPr>
          <p:cNvSpPr/>
          <p:nvPr userDrawn="1"/>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38" name="DARKGREY">
            <a:extLst>
              <a:ext uri="{FF2B5EF4-FFF2-40B4-BE49-F238E27FC236}">
                <a16:creationId xmlns:a16="http://schemas.microsoft.com/office/drawing/2014/main" id="{CEAAA006-41EB-43E1-ABF7-AE91B9D6F412}"/>
              </a:ext>
            </a:extLst>
          </p:cNvPr>
          <p:cNvSpPr/>
          <p:nvPr userDrawn="1"/>
        </p:nvSpPr>
        <p:spPr>
          <a:xfrm>
            <a:off x="0" y="0"/>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132" name="Rechthoek 131">
            <a:extLst>
              <a:ext uri="{FF2B5EF4-FFF2-40B4-BE49-F238E27FC236}">
                <a16:creationId xmlns:a16="http://schemas.microsoft.com/office/drawing/2014/main" id="{51B2BB6D-DA5E-43A7-AACF-6E540666ECEE}"/>
              </a:ext>
            </a:extLst>
          </p:cNvPr>
          <p:cNvSpPr/>
          <p:nvPr userDrawn="1"/>
        </p:nvSpPr>
        <p:spPr>
          <a:xfrm>
            <a:off x="4749760"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pic>
        <p:nvPicPr>
          <p:cNvPr id="141" name="Afbeelding 140">
            <a:extLst>
              <a:ext uri="{FF2B5EF4-FFF2-40B4-BE49-F238E27FC236}">
                <a16:creationId xmlns:a16="http://schemas.microsoft.com/office/drawing/2014/main" id="{4C6DEE38-B935-4B98-98D1-50F4F1EC4A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034"/>
          <a:stretch/>
        </p:blipFill>
        <p:spPr>
          <a:xfrm>
            <a:off x="4964543" y="2558312"/>
            <a:ext cx="2980800" cy="1538379"/>
          </a:xfrm>
          <a:prstGeom prst="rect">
            <a:avLst/>
          </a:prstGeom>
          <a:ln>
            <a:solidFill>
              <a:srgbClr val="DADADA"/>
            </a:solidFill>
          </a:ln>
        </p:spPr>
      </p:pic>
      <p:sp>
        <p:nvSpPr>
          <p:cNvPr id="131" name="Rechthoek 130">
            <a:extLst>
              <a:ext uri="{FF2B5EF4-FFF2-40B4-BE49-F238E27FC236}">
                <a16:creationId xmlns:a16="http://schemas.microsoft.com/office/drawing/2014/main" id="{7295378A-B0D4-4BF9-B81F-594F547E3B8D}"/>
              </a:ext>
            </a:extLst>
          </p:cNvPr>
          <p:cNvSpPr/>
          <p:nvPr userDrawn="1"/>
        </p:nvSpPr>
        <p:spPr>
          <a:xfrm>
            <a:off x="1221298"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3" name="Rechthoek 132">
            <a:extLst>
              <a:ext uri="{FF2B5EF4-FFF2-40B4-BE49-F238E27FC236}">
                <a16:creationId xmlns:a16="http://schemas.microsoft.com/office/drawing/2014/main" id="{C40B186D-BBA6-4BA4-B83B-EC1994F82947}"/>
              </a:ext>
            </a:extLst>
          </p:cNvPr>
          <p:cNvSpPr/>
          <p:nvPr userDrawn="1"/>
        </p:nvSpPr>
        <p:spPr>
          <a:xfrm>
            <a:off x="8278223"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8" name="Rechthoek 137">
            <a:extLst>
              <a:ext uri="{FF2B5EF4-FFF2-40B4-BE49-F238E27FC236}">
                <a16:creationId xmlns:a16="http://schemas.microsoft.com/office/drawing/2014/main" id="{5A635E71-20CF-401E-A883-CD6B24E6F3EE}"/>
              </a:ext>
            </a:extLst>
          </p:cNvPr>
          <p:cNvSpPr/>
          <p:nvPr userDrawn="1"/>
        </p:nvSpPr>
        <p:spPr>
          <a:xfrm>
            <a:off x="8278806"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6" name="Rechthoek 135">
            <a:extLst>
              <a:ext uri="{FF2B5EF4-FFF2-40B4-BE49-F238E27FC236}">
                <a16:creationId xmlns:a16="http://schemas.microsoft.com/office/drawing/2014/main" id="{AA64731A-6045-44D0-A1E1-8F6A5129079B}"/>
              </a:ext>
            </a:extLst>
          </p:cNvPr>
          <p:cNvSpPr/>
          <p:nvPr userDrawn="1"/>
        </p:nvSpPr>
        <p:spPr>
          <a:xfrm>
            <a:off x="1221881"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7" name="Rechthoek 136">
            <a:extLst>
              <a:ext uri="{FF2B5EF4-FFF2-40B4-BE49-F238E27FC236}">
                <a16:creationId xmlns:a16="http://schemas.microsoft.com/office/drawing/2014/main" id="{1D96E0B2-A786-4DDF-9504-716A789E83A2}"/>
              </a:ext>
            </a:extLst>
          </p:cNvPr>
          <p:cNvSpPr/>
          <p:nvPr userDrawn="1"/>
        </p:nvSpPr>
        <p:spPr>
          <a:xfrm>
            <a:off x="4750343"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Een nieuwe </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dia toevoegen</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29" name="Tekstvak 128">
            <a:extLst>
              <a:ext uri="{FF2B5EF4-FFF2-40B4-BE49-F238E27FC236}">
                <a16:creationId xmlns:a16="http://schemas.microsoft.com/office/drawing/2014/main" id="{03E157D1-72E8-4F8E-A920-E2CD460BBB18}"/>
              </a:ext>
            </a:extLst>
          </p:cNvPr>
          <p:cNvSpPr txBox="1"/>
          <p:nvPr userDrawn="1"/>
        </p:nvSpPr>
        <p:spPr>
          <a:xfrm>
            <a:off x="1558687" y="5260391"/>
            <a:ext cx="2944813" cy="941356"/>
          </a:xfrm>
          <a:prstGeom prst="rect">
            <a:avLst/>
          </a:prstGeom>
        </p:spPr>
        <p:txBody>
          <a:bodyPr wrap="square" lIns="0" tIns="0" rIns="0" bIns="0" rtlCol="0">
            <a:noAutofit/>
          </a:bodyPr>
          <a:lstStyle/>
          <a:p>
            <a:pPr marL="0" algn="l" defTabSz="914400" rtl="0" eaLnBrk="1" latinLnBrk="0" hangingPunct="1">
              <a:lnSpc>
                <a:spcPct val="90000"/>
              </a:lnSpc>
            </a:pP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en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‘Nieuwe dia’</a:t>
            </a:r>
            <a:r>
              <a:rPr lang="nl-NL" sz="1200" kern="1200" cap="all" noProof="0" dirty="0">
                <a:solidFill>
                  <a:srgbClr val="211F26"/>
                </a:solidFill>
                <a:latin typeface="Segoe UI" panose="020B0502040204020203" pitchFamily="34" charset="0"/>
                <a:ea typeface="Segoe UI Black" panose="020B0A02040204020203" pitchFamily="34" charset="0"/>
                <a:cs typeface="Segoe UI" panose="020B0502040204020203" pitchFamily="34" charset="0"/>
              </a:rPr>
              <a:t>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om een nieuwe template indeling aan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presentatie toe te voegen.</a:t>
            </a:r>
          </a:p>
        </p:txBody>
      </p:sp>
      <p:sp>
        <p:nvSpPr>
          <p:cNvPr id="130" name="Tekstvak 129">
            <a:extLst>
              <a:ext uri="{FF2B5EF4-FFF2-40B4-BE49-F238E27FC236}">
                <a16:creationId xmlns:a16="http://schemas.microsoft.com/office/drawing/2014/main" id="{97CB32E9-7192-49D7-925D-C5A716C965E0}"/>
              </a:ext>
            </a:extLst>
          </p:cNvPr>
          <p:cNvSpPr txBox="1"/>
          <p:nvPr userDrawn="1"/>
        </p:nvSpPr>
        <p:spPr>
          <a:xfrm>
            <a:off x="5087150" y="5260389"/>
            <a:ext cx="3004226" cy="941357"/>
          </a:xfrm>
          <a:prstGeom prst="rect">
            <a:avLst/>
          </a:prstGeom>
        </p:spPr>
        <p:txBody>
          <a:bodyPr wrap="square" lIns="0" tIns="0" rIns="0" bIns="0" rtlCol="0">
            <a:noAutofit/>
          </a:bodyPr>
          <a:lstStyle>
            <a:defPPr>
              <a:defRPr lang="nl-NL"/>
            </a:defPPr>
            <a:lvl1pPr>
              <a:lnSpc>
                <a:spcPct val="90000"/>
              </a:lnSpc>
              <a:defRPr sz="1050">
                <a:solidFill>
                  <a:srgbClr val="44546A"/>
                </a:solidFill>
              </a:defRPr>
            </a:lvl1pPr>
          </a:lstStyle>
          <a:p>
            <a:pPr marL="0" lvl="0" algn="l" defTabSz="914400" rtl="0" eaLnBrk="1" latinLnBrk="0" hangingPunct="1"/>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LET OP: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Het is niet mogelijk een dia</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te plakken uit een andere presentatie. Teksten en andere objecten kunnen één-voor-één worden gekopieerd </a:t>
            </a:r>
          </a:p>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van de originele dia naar de nieuwe.</a:t>
            </a:r>
          </a:p>
        </p:txBody>
      </p:sp>
      <p:pic>
        <p:nvPicPr>
          <p:cNvPr id="140" name="Afbeelding 139">
            <a:extLst>
              <a:ext uri="{FF2B5EF4-FFF2-40B4-BE49-F238E27FC236}">
                <a16:creationId xmlns:a16="http://schemas.microsoft.com/office/drawing/2014/main" id="{18E951DF-2F42-490A-9AD7-B961A999326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950" b="2782"/>
          <a:stretch/>
        </p:blipFill>
        <p:spPr>
          <a:xfrm>
            <a:off x="1436464" y="2558311"/>
            <a:ext cx="2980034" cy="1538380"/>
          </a:xfrm>
          <a:prstGeom prst="rect">
            <a:avLst/>
          </a:prstGeom>
          <a:ln>
            <a:solidFill>
              <a:srgbClr val="DADADA"/>
            </a:solidFill>
          </a:ln>
        </p:spPr>
      </p:pic>
      <p:pic>
        <p:nvPicPr>
          <p:cNvPr id="142" name="Afbeelding 141">
            <a:extLst>
              <a:ext uri="{FF2B5EF4-FFF2-40B4-BE49-F238E27FC236}">
                <a16:creationId xmlns:a16="http://schemas.microsoft.com/office/drawing/2014/main" id="{F442865F-FD17-4870-8DC8-2BAFE7AC9F1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493006" y="2558311"/>
            <a:ext cx="2980800" cy="1538380"/>
          </a:xfrm>
          <a:prstGeom prst="rect">
            <a:avLst/>
          </a:prstGeom>
          <a:ln>
            <a:solidFill>
              <a:srgbClr val="DADADA"/>
            </a:solidFill>
          </a:ln>
        </p:spPr>
      </p:pic>
      <p:sp>
        <p:nvSpPr>
          <p:cNvPr id="126" name="Rechthoek 125">
            <a:extLst>
              <a:ext uri="{FF2B5EF4-FFF2-40B4-BE49-F238E27FC236}">
                <a16:creationId xmlns:a16="http://schemas.microsoft.com/office/drawing/2014/main" id="{5FD5EA8E-CC82-4331-8AAC-1D8CD2EF306F}"/>
              </a:ext>
            </a:extLst>
          </p:cNvPr>
          <p:cNvSpPr/>
          <p:nvPr/>
        </p:nvSpPr>
        <p:spPr>
          <a:xfrm>
            <a:off x="1436325" y="2658135"/>
            <a:ext cx="83556" cy="139595"/>
          </a:xfrm>
          <a:prstGeom prst="rect">
            <a:avLst/>
          </a:prstGeom>
          <a:solidFill>
            <a:srgbClr val="1FF524">
              <a:alpha val="10000"/>
            </a:srgbClr>
          </a:solidFill>
          <a:ln w="15875">
            <a:solidFill>
              <a:srgbClr val="1FF524"/>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noProof="0" dirty="0">
              <a:latin typeface="Segoe UI" panose="020B0502040204020203" pitchFamily="34" charset="0"/>
              <a:cs typeface="Segoe UI" panose="020B0502040204020203" pitchFamily="34" charset="0"/>
            </a:endParaRPr>
          </a:p>
        </p:txBody>
      </p:sp>
      <p:sp>
        <p:nvSpPr>
          <p:cNvPr id="111" name="Ovaal 110">
            <a:extLst>
              <a:ext uri="{FF2B5EF4-FFF2-40B4-BE49-F238E27FC236}">
                <a16:creationId xmlns:a16="http://schemas.microsoft.com/office/drawing/2014/main" id="{0FE56C80-025F-4CDF-85A0-6ECE7F5D0880}"/>
              </a:ext>
            </a:extLst>
          </p:cNvPr>
          <p:cNvSpPr/>
          <p:nvPr/>
        </p:nvSpPr>
        <p:spPr>
          <a:xfrm>
            <a:off x="1281321"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A</a:t>
            </a:r>
          </a:p>
        </p:txBody>
      </p:sp>
      <p:sp>
        <p:nvSpPr>
          <p:cNvPr id="112" name="Ovaal 111">
            <a:extLst>
              <a:ext uri="{FF2B5EF4-FFF2-40B4-BE49-F238E27FC236}">
                <a16:creationId xmlns:a16="http://schemas.microsoft.com/office/drawing/2014/main" id="{FAF75E46-6CF8-407C-B923-C20AA17BF27D}"/>
              </a:ext>
            </a:extLst>
          </p:cNvPr>
          <p:cNvSpPr/>
          <p:nvPr/>
        </p:nvSpPr>
        <p:spPr>
          <a:xfrm>
            <a:off x="4809783"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B</a:t>
            </a:r>
          </a:p>
        </p:txBody>
      </p:sp>
      <p:sp>
        <p:nvSpPr>
          <p:cNvPr id="114" name="Tekstvak 113">
            <a:extLst>
              <a:ext uri="{FF2B5EF4-FFF2-40B4-BE49-F238E27FC236}">
                <a16:creationId xmlns:a16="http://schemas.microsoft.com/office/drawing/2014/main" id="{EDF483FC-A878-41B4-B76F-1E8F398548CD}"/>
              </a:ext>
            </a:extLst>
          </p:cNvPr>
          <p:cNvSpPr txBox="1"/>
          <p:nvPr/>
        </p:nvSpPr>
        <p:spPr>
          <a:xfrm>
            <a:off x="8615612" y="5238884"/>
            <a:ext cx="2944391" cy="962862"/>
          </a:xfrm>
          <a:prstGeom prst="rect">
            <a:avLst/>
          </a:prstGeom>
        </p:spPr>
        <p:txBody>
          <a:bodyPr wrap="square" lIns="0" tIns="0" rIns="0" bIns="0" rtlCol="0">
            <a:noAutofit/>
          </a:bodyPr>
          <a:lstStyle>
            <a:defPPr>
              <a:defRPr lang="nl-NL"/>
            </a:defPPr>
            <a:lvl1pPr>
              <a:lnSpc>
                <a:spcPct val="90000"/>
              </a:lnSpc>
              <a:defRPr sz="1000">
                <a:solidFill>
                  <a:srgbClr val="44546A"/>
                </a:solidFill>
              </a:defRPr>
            </a:lvl1pPr>
          </a:lstStyle>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met de rechter muisknop op de miniatuurweergave van de dia, aan de linkerkant van het scherm.</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vervolgens 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‘DIA HERSTELLEN’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om de opmaak te herstellen.</a:t>
            </a:r>
          </a:p>
        </p:txBody>
      </p:sp>
      <p:sp>
        <p:nvSpPr>
          <p:cNvPr id="118" name="Ovaal 117">
            <a:extLst>
              <a:ext uri="{FF2B5EF4-FFF2-40B4-BE49-F238E27FC236}">
                <a16:creationId xmlns:a16="http://schemas.microsoft.com/office/drawing/2014/main" id="{7FB06636-C2FF-4289-9CAC-EBC9DFDABCA3}"/>
              </a:ext>
            </a:extLst>
          </p:cNvPr>
          <p:cNvSpPr/>
          <p:nvPr/>
        </p:nvSpPr>
        <p:spPr>
          <a:xfrm>
            <a:off x="8338246"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C</a:t>
            </a:r>
          </a:p>
        </p:txBody>
      </p:sp>
      <p:pic>
        <p:nvPicPr>
          <p:cNvPr id="153" name="Afbeelding 152">
            <a:extLst>
              <a:ext uri="{FF2B5EF4-FFF2-40B4-BE49-F238E27FC236}">
                <a16:creationId xmlns:a16="http://schemas.microsoft.com/office/drawing/2014/main" id="{48BE2741-49DD-4305-9E83-F88203ECFFFD}"/>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6728997" y="3838247"/>
            <a:ext cx="1308140" cy="1087045"/>
          </a:xfrm>
          <a:prstGeom prst="rect">
            <a:avLst/>
          </a:prstGeom>
          <a:ln w="15875">
            <a:solidFill>
              <a:srgbClr val="1FF524"/>
            </a:solidFill>
          </a:ln>
        </p:spPr>
      </p:pic>
      <p:grpSp>
        <p:nvGrpSpPr>
          <p:cNvPr id="14" name="Groep 13">
            <a:extLst>
              <a:ext uri="{FF2B5EF4-FFF2-40B4-BE49-F238E27FC236}">
                <a16:creationId xmlns:a16="http://schemas.microsoft.com/office/drawing/2014/main" id="{ACA67BEF-85F4-468F-B639-02C0CF3B5794}"/>
              </a:ext>
            </a:extLst>
          </p:cNvPr>
          <p:cNvGrpSpPr/>
          <p:nvPr userDrawn="1"/>
        </p:nvGrpSpPr>
        <p:grpSpPr>
          <a:xfrm>
            <a:off x="7448961" y="4219350"/>
            <a:ext cx="393997" cy="393998"/>
            <a:chOff x="7125872" y="2479328"/>
            <a:chExt cx="433397" cy="433398"/>
          </a:xfrm>
        </p:grpSpPr>
        <p:sp>
          <p:nvSpPr>
            <p:cNvPr id="155" name="Ovaal 154">
              <a:extLst>
                <a:ext uri="{FF2B5EF4-FFF2-40B4-BE49-F238E27FC236}">
                  <a16:creationId xmlns:a16="http://schemas.microsoft.com/office/drawing/2014/main" id="{C62E37E0-01A2-486C-8F4B-4FC35E6E4EF4}"/>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56" name="Vermenigvuldigen 40">
              <a:extLst>
                <a:ext uri="{FF2B5EF4-FFF2-40B4-BE49-F238E27FC236}">
                  <a16:creationId xmlns:a16="http://schemas.microsoft.com/office/drawing/2014/main" id="{927BC328-A6D7-4198-B757-E001F8DF061A}"/>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grpSp>
        <p:nvGrpSpPr>
          <p:cNvPr id="158" name="Groep 157">
            <a:extLst>
              <a:ext uri="{FF2B5EF4-FFF2-40B4-BE49-F238E27FC236}">
                <a16:creationId xmlns:a16="http://schemas.microsoft.com/office/drawing/2014/main" id="{DC1A7F48-2129-4417-B99C-2F72A930EA7B}"/>
              </a:ext>
            </a:extLst>
          </p:cNvPr>
          <p:cNvGrpSpPr/>
          <p:nvPr userDrawn="1"/>
        </p:nvGrpSpPr>
        <p:grpSpPr>
          <a:xfrm>
            <a:off x="5370733" y="3037325"/>
            <a:ext cx="135194" cy="135194"/>
            <a:chOff x="7125872" y="2479328"/>
            <a:chExt cx="433397" cy="433398"/>
          </a:xfrm>
        </p:grpSpPr>
        <p:sp>
          <p:nvSpPr>
            <p:cNvPr id="159" name="Ovaal 158">
              <a:extLst>
                <a:ext uri="{FF2B5EF4-FFF2-40B4-BE49-F238E27FC236}">
                  <a16:creationId xmlns:a16="http://schemas.microsoft.com/office/drawing/2014/main" id="{AF144F26-C043-4812-BF10-9B4675A6ECCE}"/>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60" name="Vermenigvuldigen 40">
              <a:extLst>
                <a:ext uri="{FF2B5EF4-FFF2-40B4-BE49-F238E27FC236}">
                  <a16:creationId xmlns:a16="http://schemas.microsoft.com/office/drawing/2014/main" id="{573614AA-80F1-44C5-B122-EF8B9DA8C8B0}"/>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pic>
        <p:nvPicPr>
          <p:cNvPr id="1026" name="Picture 2">
            <a:extLst>
              <a:ext uri="{FF2B5EF4-FFF2-40B4-BE49-F238E27FC236}">
                <a16:creationId xmlns:a16="http://schemas.microsoft.com/office/drawing/2014/main" id="{15E1FC11-7BCD-4301-B368-9C25AFC06316}"/>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r="2144"/>
          <a:stretch/>
        </p:blipFill>
        <p:spPr bwMode="auto">
          <a:xfrm>
            <a:off x="2807259" y="3993010"/>
            <a:ext cx="1706875" cy="932282"/>
          </a:xfrm>
          <a:prstGeom prst="rect">
            <a:avLst/>
          </a:prstGeom>
          <a:ln w="15875">
            <a:solidFill>
              <a:srgbClr val="1FF524"/>
            </a:solidFill>
          </a:ln>
          <a:extLst>
            <a:ext uri="{909E8E84-426E-40DD-AFC4-6F175D3DCCD1}">
              <a14:hiddenFill xmlns:a14="http://schemas.microsoft.com/office/drawing/2010/main">
                <a:solidFill>
                  <a:srgbClr val="FFFFFF"/>
                </a:solidFill>
              </a14:hiddenFill>
            </a:ext>
          </a:extLst>
        </p:spPr>
      </p:pic>
      <p:pic>
        <p:nvPicPr>
          <p:cNvPr id="120" name="Afbeelding 119">
            <a:extLst>
              <a:ext uri="{FF2B5EF4-FFF2-40B4-BE49-F238E27FC236}">
                <a16:creationId xmlns:a16="http://schemas.microsoft.com/office/drawing/2014/main" id="{78A1EF26-101E-4F74-967B-2D2D73C1B142}"/>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619529" y="3993010"/>
            <a:ext cx="1951107" cy="932282"/>
          </a:xfrm>
          <a:prstGeom prst="rect">
            <a:avLst/>
          </a:prstGeom>
          <a:ln w="15875">
            <a:solidFill>
              <a:srgbClr val="1FF524"/>
            </a:solidFill>
          </a:ln>
        </p:spPr>
      </p:pic>
    </p:spTree>
    <p:extLst>
      <p:ext uri="{BB962C8B-B14F-4D97-AF65-F5344CB8AC3E}">
        <p14:creationId xmlns:p14="http://schemas.microsoft.com/office/powerpoint/2010/main" val="30268530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INSTRUCTIES">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5CA18EC4-804D-4808-8B65-E52021455D69}"/>
              </a:ext>
            </a:extLst>
          </p:cNvPr>
          <p:cNvSpPr/>
          <p:nvPr userDrawn="1"/>
        </p:nvSpPr>
        <p:spPr>
          <a:xfrm>
            <a:off x="0" y="0"/>
            <a:ext cx="12192000"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2" name="DARKGREY">
            <a:extLst>
              <a:ext uri="{FF2B5EF4-FFF2-40B4-BE49-F238E27FC236}">
                <a16:creationId xmlns:a16="http://schemas.microsoft.com/office/drawing/2014/main" id="{D3243535-34CE-4992-8CA7-03EA29485429}"/>
              </a:ext>
            </a:extLst>
          </p:cNvPr>
          <p:cNvSpPr/>
          <p:nvPr userDrawn="1"/>
        </p:nvSpPr>
        <p:spPr>
          <a:xfrm>
            <a:off x="0" y="1"/>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Video</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Instructies</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5" name="Stap1">
            <a:extLst>
              <a:ext uri="{FF2B5EF4-FFF2-40B4-BE49-F238E27FC236}">
                <a16:creationId xmlns:a16="http://schemas.microsoft.com/office/drawing/2014/main" id="{9C6149D9-997D-4314-A6EC-03840C4797E9}"/>
              </a:ext>
            </a:extLst>
          </p:cNvPr>
          <p:cNvGrpSpPr/>
          <p:nvPr userDrawn="1"/>
        </p:nvGrpSpPr>
        <p:grpSpPr>
          <a:xfrm>
            <a:off x="1300305" y="2234539"/>
            <a:ext cx="2203948" cy="1470759"/>
            <a:chOff x="780279" y="2978657"/>
            <a:chExt cx="2203948" cy="1470759"/>
          </a:xfrm>
        </p:grpSpPr>
        <p:sp>
          <p:nvSpPr>
            <p:cNvPr id="742" name="Ovaal 741">
              <a:extLst>
                <a:ext uri="{FF2B5EF4-FFF2-40B4-BE49-F238E27FC236}">
                  <a16:creationId xmlns:a16="http://schemas.microsoft.com/office/drawing/2014/main" id="{8E329F93-40A5-485F-8021-52001181DD33}"/>
                </a:ext>
              </a:extLst>
            </p:cNvPr>
            <p:cNvSpPr/>
            <p:nvPr userDrawn="1"/>
          </p:nvSpPr>
          <p:spPr>
            <a:xfrm>
              <a:off x="1406479" y="2978657"/>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5" name="Groep 704">
              <a:extLst>
                <a:ext uri="{FF2B5EF4-FFF2-40B4-BE49-F238E27FC236}">
                  <a16:creationId xmlns:a16="http://schemas.microsoft.com/office/drawing/2014/main" id="{018778BD-7DD7-4910-9C67-09774513E9FE}"/>
                </a:ext>
              </a:extLst>
            </p:cNvPr>
            <p:cNvGrpSpPr/>
            <p:nvPr/>
          </p:nvGrpSpPr>
          <p:grpSpPr>
            <a:xfrm>
              <a:off x="1661474" y="3233652"/>
              <a:ext cx="471972" cy="471972"/>
              <a:chOff x="10421082" y="2181032"/>
              <a:chExt cx="571312" cy="571312"/>
            </a:xfrm>
          </p:grpSpPr>
          <p:sp>
            <p:nvSpPr>
              <p:cNvPr id="711" name="Rechthoek: afgeronde hoeken 710">
                <a:extLst>
                  <a:ext uri="{FF2B5EF4-FFF2-40B4-BE49-F238E27FC236}">
                    <a16:creationId xmlns:a16="http://schemas.microsoft.com/office/drawing/2014/main" id="{AF738125-1EDA-40AE-A8B9-EC5B2E4AC42D}"/>
                  </a:ext>
                </a:extLst>
              </p:cNvPr>
              <p:cNvSpPr/>
              <p:nvPr/>
            </p:nvSpPr>
            <p:spPr>
              <a:xfrm>
                <a:off x="10421082" y="2181032"/>
                <a:ext cx="571312" cy="571312"/>
              </a:xfrm>
              <a:prstGeom prst="roundRect">
                <a:avLst>
                  <a:gd name="adj" fmla="val 11982"/>
                </a:avLst>
              </a:prstGeom>
              <a:solidFill>
                <a:srgbClr val="FFFFFF"/>
              </a:solidFill>
              <a:ln w="1905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12" name="Groep 711">
                <a:extLst>
                  <a:ext uri="{FF2B5EF4-FFF2-40B4-BE49-F238E27FC236}">
                    <a16:creationId xmlns:a16="http://schemas.microsoft.com/office/drawing/2014/main" id="{4613BBC8-F6F7-493E-8CBE-A46F5AC09EB5}"/>
                  </a:ext>
                </a:extLst>
              </p:cNvPr>
              <p:cNvGrpSpPr/>
              <p:nvPr/>
            </p:nvGrpSpPr>
            <p:grpSpPr>
              <a:xfrm>
                <a:off x="10528019" y="2301747"/>
                <a:ext cx="357438" cy="329883"/>
                <a:chOff x="9358062" y="821056"/>
                <a:chExt cx="357438" cy="329883"/>
              </a:xfrm>
              <a:solidFill>
                <a:srgbClr val="211F26"/>
              </a:solidFill>
            </p:grpSpPr>
            <p:sp>
              <p:nvSpPr>
                <p:cNvPr id="713" name="Rechthoek 712">
                  <a:extLst>
                    <a:ext uri="{FF2B5EF4-FFF2-40B4-BE49-F238E27FC236}">
                      <a16:creationId xmlns:a16="http://schemas.microsoft.com/office/drawing/2014/main" id="{FBADBFD8-8089-438A-9E94-D7110F5A4854}"/>
                    </a:ext>
                  </a:extLst>
                </p:cNvPr>
                <p:cNvSpPr/>
                <p:nvPr/>
              </p:nvSpPr>
              <p:spPr>
                <a:xfrm>
                  <a:off x="9358062" y="821056"/>
                  <a:ext cx="357438" cy="45719"/>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4" name="Rechthoek 713">
                  <a:extLst>
                    <a:ext uri="{FF2B5EF4-FFF2-40B4-BE49-F238E27FC236}">
                      <a16:creationId xmlns:a16="http://schemas.microsoft.com/office/drawing/2014/main" id="{762F7426-044B-41A5-84C6-428FECA55C01}"/>
                    </a:ext>
                  </a:extLst>
                </p:cNvPr>
                <p:cNvSpPr/>
                <p:nvPr/>
              </p:nvSpPr>
              <p:spPr>
                <a:xfrm>
                  <a:off x="9453407" y="896460"/>
                  <a:ext cx="166748"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5" name="Rechthoek 714">
                  <a:extLst>
                    <a:ext uri="{FF2B5EF4-FFF2-40B4-BE49-F238E27FC236}">
                      <a16:creationId xmlns:a16="http://schemas.microsoft.com/office/drawing/2014/main" id="{F0F403DC-A4F9-4F39-BC4B-69CE135019A7}"/>
                    </a:ext>
                  </a:extLst>
                </p:cNvPr>
                <p:cNvSpPr/>
                <p:nvPr/>
              </p:nvSpPr>
              <p:spPr>
                <a:xfrm>
                  <a:off x="9474141" y="1113154"/>
                  <a:ext cx="125280"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6" name="Rechthoek 715">
                  <a:extLst>
                    <a:ext uri="{FF2B5EF4-FFF2-40B4-BE49-F238E27FC236}">
                      <a16:creationId xmlns:a16="http://schemas.microsoft.com/office/drawing/2014/main" id="{BC0F0DFA-B055-4E9C-BD20-CB95631D2AEA}"/>
                    </a:ext>
                  </a:extLst>
                </p:cNvPr>
                <p:cNvSpPr/>
                <p:nvPr/>
              </p:nvSpPr>
              <p:spPr>
                <a:xfrm rot="16200000">
                  <a:off x="9489719" y="1048860"/>
                  <a:ext cx="94125"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7" name="Rechthoek 716">
                  <a:extLst>
                    <a:ext uri="{FF2B5EF4-FFF2-40B4-BE49-F238E27FC236}">
                      <a16:creationId xmlns:a16="http://schemas.microsoft.com/office/drawing/2014/main" id="{3E3EC99D-3A43-4424-AA09-7FF1547DAE5D}"/>
                    </a:ext>
                  </a:extLst>
                </p:cNvPr>
                <p:cNvSpPr/>
                <p:nvPr/>
              </p:nvSpPr>
              <p:spPr>
                <a:xfrm>
                  <a:off x="9389079" y="1009965"/>
                  <a:ext cx="295404"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8" name="Rechthoek 717">
                  <a:extLst>
                    <a:ext uri="{FF2B5EF4-FFF2-40B4-BE49-F238E27FC236}">
                      <a16:creationId xmlns:a16="http://schemas.microsoft.com/office/drawing/2014/main" id="{17EBF3AF-9FE9-4729-A1B3-AEC6395C1539}"/>
                    </a:ext>
                  </a:extLst>
                </p:cNvPr>
                <p:cNvSpPr/>
                <p:nvPr/>
              </p:nvSpPr>
              <p:spPr>
                <a:xfrm rot="16200000">
                  <a:off x="9297001"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9" name="Rechthoek 718">
                  <a:extLst>
                    <a:ext uri="{FF2B5EF4-FFF2-40B4-BE49-F238E27FC236}">
                      <a16:creationId xmlns:a16="http://schemas.microsoft.com/office/drawing/2014/main" id="{2BA24BD0-E57C-4182-A2A7-A9AA0A4B9960}"/>
                    </a:ext>
                  </a:extLst>
                </p:cNvPr>
                <p:cNvSpPr/>
                <p:nvPr/>
              </p:nvSpPr>
              <p:spPr>
                <a:xfrm rot="16200000">
                  <a:off x="9554620"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grpSp>
        <p:sp>
          <p:nvSpPr>
            <p:cNvPr id="740" name="H2">
              <a:hlinkClick r:id="" action="ppaction://noaction"/>
              <a:extLst>
                <a:ext uri="{FF2B5EF4-FFF2-40B4-BE49-F238E27FC236}">
                  <a16:creationId xmlns:a16="http://schemas.microsoft.com/office/drawing/2014/main" id="{1CBC3C9F-BADA-45A4-830B-C1428D2176AC}"/>
                </a:ext>
              </a:extLst>
            </p:cNvPr>
            <p:cNvSpPr txBox="1"/>
            <p:nvPr userDrawn="1"/>
          </p:nvSpPr>
          <p:spPr>
            <a:xfrm>
              <a:off x="780279" y="4035306"/>
              <a:ext cx="2203948" cy="414110"/>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Open deze dia in</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de diavoorstelling (Shift+F5)</a:t>
              </a:r>
            </a:p>
            <a:p>
              <a:pPr algn="ctr" defTabSz="1217512">
                <a:spcBef>
                  <a:spcPts val="600"/>
                </a:spcBef>
                <a:spcAft>
                  <a:spcPts val="600"/>
                </a:spcAft>
              </a:pPr>
              <a:endParaRPr lang="nl-NL" sz="1200" kern="1200" noProof="0" dirty="0">
                <a:solidFill>
                  <a:srgbClr val="FFFFFF"/>
                </a:solidFill>
                <a:latin typeface="Segoe UI" panose="020B0502040204020203" pitchFamily="34" charset="0"/>
                <a:cs typeface="Segoe UI" panose="020B0502040204020203" pitchFamily="34" charset="0"/>
              </a:endParaRPr>
            </a:p>
          </p:txBody>
        </p:sp>
      </p:grpSp>
      <p:grpSp>
        <p:nvGrpSpPr>
          <p:cNvPr id="6" name="Stap2">
            <a:extLst>
              <a:ext uri="{FF2B5EF4-FFF2-40B4-BE49-F238E27FC236}">
                <a16:creationId xmlns:a16="http://schemas.microsoft.com/office/drawing/2014/main" id="{9D2AC736-04D8-44CB-8FB9-D9FFC2342A17}"/>
              </a:ext>
            </a:extLst>
          </p:cNvPr>
          <p:cNvGrpSpPr/>
          <p:nvPr userDrawn="1"/>
        </p:nvGrpSpPr>
        <p:grpSpPr>
          <a:xfrm>
            <a:off x="1300305" y="4523853"/>
            <a:ext cx="2203948" cy="1500295"/>
            <a:chOff x="780279" y="4901205"/>
            <a:chExt cx="2203948" cy="1500295"/>
          </a:xfrm>
        </p:grpSpPr>
        <p:sp>
          <p:nvSpPr>
            <p:cNvPr id="743" name="Ovaal 742">
              <a:extLst>
                <a:ext uri="{FF2B5EF4-FFF2-40B4-BE49-F238E27FC236}">
                  <a16:creationId xmlns:a16="http://schemas.microsoft.com/office/drawing/2014/main" id="{9EC0D500-AF1F-45A8-B358-01D4CC3288D2}"/>
                </a:ext>
              </a:extLst>
            </p:cNvPr>
            <p:cNvSpPr/>
            <p:nvPr userDrawn="1"/>
          </p:nvSpPr>
          <p:spPr>
            <a:xfrm>
              <a:off x="1406479" y="4901205"/>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6" name="Groep 705">
              <a:extLst>
                <a:ext uri="{FF2B5EF4-FFF2-40B4-BE49-F238E27FC236}">
                  <a16:creationId xmlns:a16="http://schemas.microsoft.com/office/drawing/2014/main" id="{B0734689-0ABD-4B4D-B9AB-002F798F6DA4}"/>
                </a:ext>
              </a:extLst>
            </p:cNvPr>
            <p:cNvGrpSpPr/>
            <p:nvPr/>
          </p:nvGrpSpPr>
          <p:grpSpPr>
            <a:xfrm flipH="1">
              <a:off x="1661474" y="5156200"/>
              <a:ext cx="471972" cy="471972"/>
              <a:chOff x="4745736" y="3105431"/>
              <a:chExt cx="576000" cy="576000"/>
            </a:xfrm>
          </p:grpSpPr>
          <p:sp>
            <p:nvSpPr>
              <p:cNvPr id="707" name="Rechthoek: met één afgeronde hoek 706">
                <a:extLst>
                  <a:ext uri="{FF2B5EF4-FFF2-40B4-BE49-F238E27FC236}">
                    <a16:creationId xmlns:a16="http://schemas.microsoft.com/office/drawing/2014/main" id="{91126927-05EF-4C73-B5AF-F1F87228A574}"/>
                  </a:ext>
                </a:extLst>
              </p:cNvPr>
              <p:cNvSpPr/>
              <p:nvPr/>
            </p:nvSpPr>
            <p:spPr>
              <a:xfrm>
                <a:off x="4745736" y="3105431"/>
                <a:ext cx="576000" cy="576000"/>
              </a:xfrm>
              <a:prstGeom prst="round1Rect">
                <a:avLst>
                  <a:gd name="adj" fmla="val 50000"/>
                </a:avLst>
              </a:prstGeom>
              <a:solidFill>
                <a:srgbClr val="FFFFFF"/>
              </a:solidFill>
              <a:ln w="2540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8" name="Rechthoek: met één afgeronde hoek 707">
                <a:extLst>
                  <a:ext uri="{FF2B5EF4-FFF2-40B4-BE49-F238E27FC236}">
                    <a16:creationId xmlns:a16="http://schemas.microsoft.com/office/drawing/2014/main" id="{4EFE0851-7913-4E2B-A06C-29B79A89448D}"/>
                  </a:ext>
                </a:extLst>
              </p:cNvPr>
              <p:cNvSpPr/>
              <p:nvPr/>
            </p:nvSpPr>
            <p:spPr>
              <a:xfrm>
                <a:off x="4855207" y="3173558"/>
                <a:ext cx="389259" cy="499485"/>
              </a:xfrm>
              <a:prstGeom prst="round1Rect">
                <a:avLst>
                  <a:gd name="adj" fmla="val 50000"/>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9" name="Rechthoek 708">
                <a:extLst>
                  <a:ext uri="{FF2B5EF4-FFF2-40B4-BE49-F238E27FC236}">
                    <a16:creationId xmlns:a16="http://schemas.microsoft.com/office/drawing/2014/main" id="{E360C085-3FC9-4926-A2CA-BE55908974A9}"/>
                  </a:ext>
                </a:extLst>
              </p:cNvPr>
              <p:cNvSpPr/>
              <p:nvPr/>
            </p:nvSpPr>
            <p:spPr>
              <a:xfrm>
                <a:off x="4757648" y="3173557"/>
                <a:ext cx="97558" cy="507873"/>
              </a:xfrm>
              <a:prstGeom prst="rect">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10" name="Rechthoek: afgeronde bovenhoeken 709">
                <a:extLst>
                  <a:ext uri="{FF2B5EF4-FFF2-40B4-BE49-F238E27FC236}">
                    <a16:creationId xmlns:a16="http://schemas.microsoft.com/office/drawing/2014/main" id="{08979C7B-FBFC-42BB-A38D-88150CA598D3}"/>
                  </a:ext>
                </a:extLst>
              </p:cNvPr>
              <p:cNvSpPr/>
              <p:nvPr/>
            </p:nvSpPr>
            <p:spPr>
              <a:xfrm>
                <a:off x="4805275" y="3386547"/>
                <a:ext cx="97558" cy="286495"/>
              </a:xfrm>
              <a:prstGeom prst="round2SameRect">
                <a:avLst>
                  <a:gd name="adj1" fmla="val 50000"/>
                  <a:gd name="adj2" fmla="val 0"/>
                </a:avLst>
              </a:prstGeom>
              <a:solidFill>
                <a:schemeClr val="bg1"/>
              </a:solid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grpSp>
        <p:sp>
          <p:nvSpPr>
            <p:cNvPr id="741" name="H2">
              <a:hlinkClick r:id="" action="ppaction://noaction"/>
              <a:extLst>
                <a:ext uri="{FF2B5EF4-FFF2-40B4-BE49-F238E27FC236}">
                  <a16:creationId xmlns:a16="http://schemas.microsoft.com/office/drawing/2014/main" id="{C4071533-6540-43F8-8C4B-D55F649FF680}"/>
                </a:ext>
              </a:extLst>
            </p:cNvPr>
            <p:cNvSpPr txBox="1"/>
            <p:nvPr userDrawn="1"/>
          </p:nvSpPr>
          <p:spPr>
            <a:xfrm>
              <a:off x="780279" y="5934519"/>
              <a:ext cx="2203948" cy="466981"/>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Klik met je muis op</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één van de knoppen hiernaast</a:t>
              </a:r>
              <a:endParaRPr lang="nl-NL" sz="1000" kern="1200" noProof="0" dirty="0">
                <a:solidFill>
                  <a:srgbClr val="FFFFFF"/>
                </a:solidFill>
                <a:latin typeface="Segoe UI" panose="020B0502040204020203" pitchFamily="34" charset="0"/>
                <a:cs typeface="Segoe UI" panose="020B0502040204020203" pitchFamily="34" charset="0"/>
              </a:endParaRPr>
            </a:p>
          </p:txBody>
        </p:sp>
      </p:grpSp>
      <p:sp>
        <p:nvSpPr>
          <p:cNvPr id="2" name="Rechthoek 1">
            <a:extLst>
              <a:ext uri="{FF2B5EF4-FFF2-40B4-BE49-F238E27FC236}">
                <a16:creationId xmlns:a16="http://schemas.microsoft.com/office/drawing/2014/main" id="{6E92D6BB-5439-476C-B352-4B776D95B936}"/>
              </a:ext>
            </a:extLst>
          </p:cNvPr>
          <p:cNvSpPr/>
          <p:nvPr userDrawn="1"/>
        </p:nvSpPr>
        <p:spPr>
          <a:xfrm>
            <a:off x="4311248"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0" name="Rechthoek 719">
            <a:extLst>
              <a:ext uri="{FF2B5EF4-FFF2-40B4-BE49-F238E27FC236}">
                <a16:creationId xmlns:a16="http://schemas.microsoft.com/office/drawing/2014/main" id="{BAFEBEFA-DFA6-428D-BC95-FE7F1EF515D6}"/>
              </a:ext>
            </a:extLst>
          </p:cNvPr>
          <p:cNvSpPr/>
          <p:nvPr userDrawn="1"/>
        </p:nvSpPr>
        <p:spPr>
          <a:xfrm>
            <a:off x="6811785"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1" name="Rechthoek 720">
            <a:extLst>
              <a:ext uri="{FF2B5EF4-FFF2-40B4-BE49-F238E27FC236}">
                <a16:creationId xmlns:a16="http://schemas.microsoft.com/office/drawing/2014/main" id="{2BD63E8F-81BA-4E96-8DC4-BF0CE43DC64D}"/>
              </a:ext>
            </a:extLst>
          </p:cNvPr>
          <p:cNvSpPr/>
          <p:nvPr userDrawn="1"/>
        </p:nvSpPr>
        <p:spPr>
          <a:xfrm>
            <a:off x="9312322"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2" name="Rechthoek 721">
            <a:extLst>
              <a:ext uri="{FF2B5EF4-FFF2-40B4-BE49-F238E27FC236}">
                <a16:creationId xmlns:a16="http://schemas.microsoft.com/office/drawing/2014/main" id="{EB68EACB-FA43-49D9-955E-DB3102023D2E}"/>
              </a:ext>
            </a:extLst>
          </p:cNvPr>
          <p:cNvSpPr/>
          <p:nvPr userDrawn="1"/>
        </p:nvSpPr>
        <p:spPr>
          <a:xfrm>
            <a:off x="4311248"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3" name="Rechthoek 722">
            <a:extLst>
              <a:ext uri="{FF2B5EF4-FFF2-40B4-BE49-F238E27FC236}">
                <a16:creationId xmlns:a16="http://schemas.microsoft.com/office/drawing/2014/main" id="{28C7271F-DBBC-408D-8512-8F51472B543B}"/>
              </a:ext>
            </a:extLst>
          </p:cNvPr>
          <p:cNvSpPr/>
          <p:nvPr userDrawn="1"/>
        </p:nvSpPr>
        <p:spPr>
          <a:xfrm>
            <a:off x="6811785"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4" name="Rechthoek 723">
            <a:extLst>
              <a:ext uri="{FF2B5EF4-FFF2-40B4-BE49-F238E27FC236}">
                <a16:creationId xmlns:a16="http://schemas.microsoft.com/office/drawing/2014/main" id="{FAA4D325-051E-41A2-92B8-C5D4117B6FEF}"/>
              </a:ext>
            </a:extLst>
          </p:cNvPr>
          <p:cNvSpPr/>
          <p:nvPr userDrawn="1"/>
        </p:nvSpPr>
        <p:spPr>
          <a:xfrm>
            <a:off x="9312322"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40" name="Ovaal 639">
            <a:extLst>
              <a:ext uri="{FF2B5EF4-FFF2-40B4-BE49-F238E27FC236}">
                <a16:creationId xmlns:a16="http://schemas.microsoft.com/office/drawing/2014/main" id="{A5DFE96D-0887-4192-8310-2420FF61A237}"/>
              </a:ext>
            </a:extLst>
          </p:cNvPr>
          <p:cNvSpPr/>
          <p:nvPr/>
        </p:nvSpPr>
        <p:spPr>
          <a:xfrm>
            <a:off x="10009474" y="2206770"/>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6" name="H2">
            <a:hlinkClick r:id="rId2"/>
            <a:extLst>
              <a:ext uri="{FF2B5EF4-FFF2-40B4-BE49-F238E27FC236}">
                <a16:creationId xmlns:a16="http://schemas.microsoft.com/office/drawing/2014/main" id="{2E92A497-4A7B-422F-9556-B1B6B2D51122}"/>
              </a:ext>
            </a:extLst>
          </p:cNvPr>
          <p:cNvSpPr txBox="1"/>
          <p:nvPr/>
        </p:nvSpPr>
        <p:spPr>
          <a:xfrm>
            <a:off x="9570189" y="326341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grafieken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47" name="Grafiek icoon">
            <a:extLst>
              <a:ext uri="{FF2B5EF4-FFF2-40B4-BE49-F238E27FC236}">
                <a16:creationId xmlns:a16="http://schemas.microsoft.com/office/drawing/2014/main" id="{0529DC1F-9BD8-4D79-87CC-274D7E3572C8}"/>
              </a:ext>
            </a:extLst>
          </p:cNvPr>
          <p:cNvGrpSpPr/>
          <p:nvPr/>
        </p:nvGrpSpPr>
        <p:grpSpPr>
          <a:xfrm>
            <a:off x="10331074" y="2513710"/>
            <a:ext cx="338763" cy="368083"/>
            <a:chOff x="12468049" y="1754144"/>
            <a:chExt cx="339072" cy="369091"/>
          </a:xfrm>
          <a:solidFill>
            <a:schemeClr val="bg1"/>
          </a:solidFill>
        </p:grpSpPr>
        <p:sp>
          <p:nvSpPr>
            <p:cNvPr id="692" name="Rechthoek 691">
              <a:extLst>
                <a:ext uri="{FF2B5EF4-FFF2-40B4-BE49-F238E27FC236}">
                  <a16:creationId xmlns:a16="http://schemas.microsoft.com/office/drawing/2014/main" id="{B65CCFD7-E701-491E-83C9-06FF7A017A70}"/>
                </a:ext>
              </a:extLst>
            </p:cNvPr>
            <p:cNvSpPr/>
            <p:nvPr/>
          </p:nvSpPr>
          <p:spPr>
            <a:xfrm>
              <a:off x="12468049" y="1869625"/>
              <a:ext cx="92751" cy="2536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3" name="Rechthoek 692">
              <a:extLst>
                <a:ext uri="{FF2B5EF4-FFF2-40B4-BE49-F238E27FC236}">
                  <a16:creationId xmlns:a16="http://schemas.microsoft.com/office/drawing/2014/main" id="{F6393829-C1D2-4EFD-B5C2-7900902CC729}"/>
                </a:ext>
              </a:extLst>
            </p:cNvPr>
            <p:cNvSpPr/>
            <p:nvPr/>
          </p:nvSpPr>
          <p:spPr>
            <a:xfrm>
              <a:off x="12590223" y="1754144"/>
              <a:ext cx="92751" cy="36909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4" name="Rechthoek 693">
              <a:extLst>
                <a:ext uri="{FF2B5EF4-FFF2-40B4-BE49-F238E27FC236}">
                  <a16:creationId xmlns:a16="http://schemas.microsoft.com/office/drawing/2014/main" id="{F9DE322C-6580-4583-A4AC-648C1795E378}"/>
                </a:ext>
              </a:extLst>
            </p:cNvPr>
            <p:cNvSpPr/>
            <p:nvPr/>
          </p:nvSpPr>
          <p:spPr>
            <a:xfrm>
              <a:off x="12714370" y="1836322"/>
              <a:ext cx="92751" cy="286913"/>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1" name="Ovaal 640">
            <a:extLst>
              <a:ext uri="{FF2B5EF4-FFF2-40B4-BE49-F238E27FC236}">
                <a16:creationId xmlns:a16="http://schemas.microsoft.com/office/drawing/2014/main" id="{1C1B094D-E739-489E-98EB-DD4B57A89A32}"/>
              </a:ext>
            </a:extLst>
          </p:cNvPr>
          <p:cNvSpPr/>
          <p:nvPr/>
        </p:nvSpPr>
        <p:spPr>
          <a:xfrm>
            <a:off x="5008400"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8" name="H2">
            <a:hlinkClick r:id="rId3"/>
            <a:extLst>
              <a:ext uri="{FF2B5EF4-FFF2-40B4-BE49-F238E27FC236}">
                <a16:creationId xmlns:a16="http://schemas.microsoft.com/office/drawing/2014/main" id="{7789A2F3-845B-44A2-94A4-53DFB7D6C411}"/>
              </a:ext>
            </a:extLst>
          </p:cNvPr>
          <p:cNvSpPr txBox="1"/>
          <p:nvPr/>
        </p:nvSpPr>
        <p:spPr>
          <a:xfrm>
            <a:off x="4569115" y="555716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tabellen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1" name="Tabel icoon">
            <a:extLst>
              <a:ext uri="{FF2B5EF4-FFF2-40B4-BE49-F238E27FC236}">
                <a16:creationId xmlns:a16="http://schemas.microsoft.com/office/drawing/2014/main" id="{C4952ED6-2338-4F75-A1D7-40998203AFBC}"/>
              </a:ext>
            </a:extLst>
          </p:cNvPr>
          <p:cNvGrpSpPr/>
          <p:nvPr/>
        </p:nvGrpSpPr>
        <p:grpSpPr>
          <a:xfrm>
            <a:off x="5287983" y="4756696"/>
            <a:ext cx="422796" cy="381193"/>
            <a:chOff x="6072040" y="3376043"/>
            <a:chExt cx="1227920" cy="1109109"/>
          </a:xfrm>
        </p:grpSpPr>
        <p:sp>
          <p:nvSpPr>
            <p:cNvPr id="683" name="Rechthoek 682">
              <a:extLst>
                <a:ext uri="{FF2B5EF4-FFF2-40B4-BE49-F238E27FC236}">
                  <a16:creationId xmlns:a16="http://schemas.microsoft.com/office/drawing/2014/main" id="{784D994A-7FE4-4343-B5AD-E548CB72C85E}"/>
                </a:ext>
              </a:extLst>
            </p:cNvPr>
            <p:cNvSpPr/>
            <p:nvPr userDrawn="1"/>
          </p:nvSpPr>
          <p:spPr>
            <a:xfrm>
              <a:off x="6072040" y="3376043"/>
              <a:ext cx="1227920" cy="1109109"/>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4" name="Rechthoek 683">
              <a:extLst>
                <a:ext uri="{FF2B5EF4-FFF2-40B4-BE49-F238E27FC236}">
                  <a16:creationId xmlns:a16="http://schemas.microsoft.com/office/drawing/2014/main" id="{59E3E408-B8E1-4CA1-9B72-69BD19BC60A3}"/>
                </a:ext>
              </a:extLst>
            </p:cNvPr>
            <p:cNvSpPr/>
            <p:nvPr/>
          </p:nvSpPr>
          <p:spPr>
            <a:xfrm>
              <a:off x="6084861" y="4069628"/>
              <a:ext cx="405674" cy="203327"/>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cxnSp>
          <p:nvCxnSpPr>
            <p:cNvPr id="686" name="Rechte verbindingslijn 685">
              <a:extLst>
                <a:ext uri="{FF2B5EF4-FFF2-40B4-BE49-F238E27FC236}">
                  <a16:creationId xmlns:a16="http://schemas.microsoft.com/office/drawing/2014/main" id="{53597256-30AB-46EF-BF68-21EB1E0126D4}"/>
                </a:ext>
              </a:extLst>
            </p:cNvPr>
            <p:cNvCxnSpPr/>
            <p:nvPr userDrawn="1"/>
          </p:nvCxnSpPr>
          <p:spPr>
            <a:xfrm>
              <a:off x="6493304"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7" name="Rechte verbindingslijn 686">
              <a:extLst>
                <a:ext uri="{FF2B5EF4-FFF2-40B4-BE49-F238E27FC236}">
                  <a16:creationId xmlns:a16="http://schemas.microsoft.com/office/drawing/2014/main" id="{3A47FA7A-9069-42A7-8716-A2493BDC8CDA}"/>
                </a:ext>
              </a:extLst>
            </p:cNvPr>
            <p:cNvCxnSpPr/>
            <p:nvPr userDrawn="1"/>
          </p:nvCxnSpPr>
          <p:spPr>
            <a:xfrm>
              <a:off x="6883025"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8" name="Rechte verbindingslijn 687">
              <a:extLst>
                <a:ext uri="{FF2B5EF4-FFF2-40B4-BE49-F238E27FC236}">
                  <a16:creationId xmlns:a16="http://schemas.microsoft.com/office/drawing/2014/main" id="{85AEB08D-7857-45D6-8A4A-994A8E76355E}"/>
                </a:ext>
              </a:extLst>
            </p:cNvPr>
            <p:cNvCxnSpPr/>
            <p:nvPr userDrawn="1"/>
          </p:nvCxnSpPr>
          <p:spPr>
            <a:xfrm flipH="1">
              <a:off x="6090561" y="38271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9" name="Rechte verbindingslijn 688">
              <a:extLst>
                <a:ext uri="{FF2B5EF4-FFF2-40B4-BE49-F238E27FC236}">
                  <a16:creationId xmlns:a16="http://schemas.microsoft.com/office/drawing/2014/main" id="{5A309B4C-7D92-460B-B78C-2DEAAD860873}"/>
                </a:ext>
              </a:extLst>
            </p:cNvPr>
            <p:cNvCxnSpPr/>
            <p:nvPr userDrawn="1"/>
          </p:nvCxnSpPr>
          <p:spPr>
            <a:xfrm flipH="1">
              <a:off x="6090561" y="40557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90" name="Rechte verbindingslijn 689">
              <a:extLst>
                <a:ext uri="{FF2B5EF4-FFF2-40B4-BE49-F238E27FC236}">
                  <a16:creationId xmlns:a16="http://schemas.microsoft.com/office/drawing/2014/main" id="{7AFDDB2C-9A04-427E-8DE3-6C2420EBB1FF}"/>
                </a:ext>
              </a:extLst>
            </p:cNvPr>
            <p:cNvCxnSpPr/>
            <p:nvPr userDrawn="1"/>
          </p:nvCxnSpPr>
          <p:spPr>
            <a:xfrm flipH="1">
              <a:off x="6090561" y="427668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sp>
          <p:nvSpPr>
            <p:cNvPr id="691" name="Rechthoek 690">
              <a:extLst>
                <a:ext uri="{FF2B5EF4-FFF2-40B4-BE49-F238E27FC236}">
                  <a16:creationId xmlns:a16="http://schemas.microsoft.com/office/drawing/2014/main" id="{8C8ED380-24E5-4940-97CA-86DF99C645C7}"/>
                </a:ext>
              </a:extLst>
            </p:cNvPr>
            <p:cNvSpPr/>
            <p:nvPr userDrawn="1"/>
          </p:nvSpPr>
          <p:spPr>
            <a:xfrm>
              <a:off x="6072040" y="3376043"/>
              <a:ext cx="1227920" cy="1109109"/>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5" name="Rechthoek 684">
              <a:extLst>
                <a:ext uri="{FF2B5EF4-FFF2-40B4-BE49-F238E27FC236}">
                  <a16:creationId xmlns:a16="http://schemas.microsoft.com/office/drawing/2014/main" id="{6DC63422-9D6B-4FF5-9680-9D8B3E8E98C3}"/>
                </a:ext>
              </a:extLst>
            </p:cNvPr>
            <p:cNvSpPr/>
            <p:nvPr userDrawn="1"/>
          </p:nvSpPr>
          <p:spPr>
            <a:xfrm>
              <a:off x="6090829" y="3393962"/>
              <a:ext cx="1209131" cy="21897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2" name="Ovaal 641">
            <a:extLst>
              <a:ext uri="{FF2B5EF4-FFF2-40B4-BE49-F238E27FC236}">
                <a16:creationId xmlns:a16="http://schemas.microsoft.com/office/drawing/2014/main" id="{7D4F66EB-B721-4117-93F4-B359224A6B22}"/>
              </a:ext>
            </a:extLst>
          </p:cNvPr>
          <p:cNvSpPr/>
          <p:nvPr/>
        </p:nvSpPr>
        <p:spPr>
          <a:xfrm>
            <a:off x="7508937"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9" name="H2">
            <a:hlinkClick r:id="rId4"/>
            <a:extLst>
              <a:ext uri="{FF2B5EF4-FFF2-40B4-BE49-F238E27FC236}">
                <a16:creationId xmlns:a16="http://schemas.microsoft.com/office/drawing/2014/main" id="{682F9A29-DD65-499E-8348-562463EF65FD}"/>
              </a:ext>
            </a:extLst>
          </p:cNvPr>
          <p:cNvSpPr txBox="1"/>
          <p:nvPr/>
        </p:nvSpPr>
        <p:spPr>
          <a:xfrm>
            <a:off x="7069652" y="551350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video’s</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2" name="Video icoon">
            <a:extLst>
              <a:ext uri="{FF2B5EF4-FFF2-40B4-BE49-F238E27FC236}">
                <a16:creationId xmlns:a16="http://schemas.microsoft.com/office/drawing/2014/main" id="{1F3EC03A-AE51-4737-B245-5AF041E094AE}"/>
              </a:ext>
            </a:extLst>
          </p:cNvPr>
          <p:cNvGrpSpPr/>
          <p:nvPr/>
        </p:nvGrpSpPr>
        <p:grpSpPr>
          <a:xfrm>
            <a:off x="7810489" y="4757017"/>
            <a:ext cx="378859" cy="380551"/>
            <a:chOff x="8066315" y="1676399"/>
            <a:chExt cx="1371604" cy="1380253"/>
          </a:xfrm>
        </p:grpSpPr>
        <p:sp>
          <p:nvSpPr>
            <p:cNvPr id="679" name="Rechthoek 678">
              <a:extLst>
                <a:ext uri="{FF2B5EF4-FFF2-40B4-BE49-F238E27FC236}">
                  <a16:creationId xmlns:a16="http://schemas.microsoft.com/office/drawing/2014/main" id="{D80957AA-C32F-47DC-AA09-EC3F1A89E6D8}"/>
                </a:ext>
              </a:extLst>
            </p:cNvPr>
            <p:cNvSpPr/>
            <p:nvPr userDrawn="1"/>
          </p:nvSpPr>
          <p:spPr>
            <a:xfrm>
              <a:off x="8066315" y="1687285"/>
              <a:ext cx="1360714" cy="1360714"/>
            </a:xfrm>
            <a:prstGeom prst="rect">
              <a:avLst/>
            </a:prstGeom>
            <a:solidFill>
              <a:srgbClr val="FFFFFF"/>
            </a:solidFill>
            <a:ln w="1270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0" name="Vrije vorm 112">
              <a:extLst>
                <a:ext uri="{FF2B5EF4-FFF2-40B4-BE49-F238E27FC236}">
                  <a16:creationId xmlns:a16="http://schemas.microsoft.com/office/drawing/2014/main" id="{41685255-68E9-4E62-BBAC-DF1ED5CF1D90}"/>
                </a:ext>
              </a:extLst>
            </p:cNvPr>
            <p:cNvSpPr/>
            <p:nvPr userDrawn="1"/>
          </p:nvSpPr>
          <p:spPr>
            <a:xfrm>
              <a:off x="8077205"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1" name="Vrije vorm 113">
              <a:extLst>
                <a:ext uri="{FF2B5EF4-FFF2-40B4-BE49-F238E27FC236}">
                  <a16:creationId xmlns:a16="http://schemas.microsoft.com/office/drawing/2014/main" id="{D0E7D4A8-A2D0-4C60-B832-704DEAC6C3B0}"/>
                </a:ext>
              </a:extLst>
            </p:cNvPr>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2" name="Gelijkbenige driehoek 681">
              <a:extLst>
                <a:ext uri="{FF2B5EF4-FFF2-40B4-BE49-F238E27FC236}">
                  <a16:creationId xmlns:a16="http://schemas.microsoft.com/office/drawing/2014/main" id="{B71D8983-78FE-45DC-A592-7561DB255F13}"/>
                </a:ext>
              </a:extLst>
            </p:cNvPr>
            <p:cNvSpPr/>
            <p:nvPr/>
          </p:nvSpPr>
          <p:spPr>
            <a:xfrm rot="5400000">
              <a:off x="8584029" y="2156940"/>
              <a:ext cx="422946" cy="421401"/>
            </a:xfrm>
            <a:prstGeom prst="triangle">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39" name="Ovaal 638">
            <a:extLst>
              <a:ext uri="{FF2B5EF4-FFF2-40B4-BE49-F238E27FC236}">
                <a16:creationId xmlns:a16="http://schemas.microsoft.com/office/drawing/2014/main" id="{08557350-CBCD-43CD-B676-2BC9CB4B3F24}"/>
              </a:ext>
            </a:extLst>
          </p:cNvPr>
          <p:cNvSpPr/>
          <p:nvPr/>
        </p:nvSpPr>
        <p:spPr>
          <a:xfrm>
            <a:off x="7508937"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5" name="H2">
            <a:hlinkClick r:id="rId5"/>
            <a:extLst>
              <a:ext uri="{FF2B5EF4-FFF2-40B4-BE49-F238E27FC236}">
                <a16:creationId xmlns:a16="http://schemas.microsoft.com/office/drawing/2014/main" id="{5C62B586-C238-4FF0-A03A-A38056C7C1B5}"/>
              </a:ext>
            </a:extLst>
          </p:cNvPr>
          <p:cNvSpPr txBox="1"/>
          <p:nvPr/>
        </p:nvSpPr>
        <p:spPr>
          <a:xfrm>
            <a:off x="7069652"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afbeeldingen</a:t>
            </a:r>
          </a:p>
        </p:txBody>
      </p:sp>
      <p:grpSp>
        <p:nvGrpSpPr>
          <p:cNvPr id="653" name="Afbeeldingen icoon">
            <a:extLst>
              <a:ext uri="{FF2B5EF4-FFF2-40B4-BE49-F238E27FC236}">
                <a16:creationId xmlns:a16="http://schemas.microsoft.com/office/drawing/2014/main" id="{4199E879-6DE0-496A-BF2C-97E2D23FC502}"/>
              </a:ext>
            </a:extLst>
          </p:cNvPr>
          <p:cNvGrpSpPr/>
          <p:nvPr userDrawn="1"/>
        </p:nvGrpSpPr>
        <p:grpSpPr>
          <a:xfrm>
            <a:off x="7825657" y="2537388"/>
            <a:ext cx="348523" cy="376264"/>
            <a:chOff x="14466489" y="1001522"/>
            <a:chExt cx="290627" cy="314333"/>
          </a:xfrm>
        </p:grpSpPr>
        <p:sp>
          <p:nvSpPr>
            <p:cNvPr id="673" name="Rechthoek 672">
              <a:extLst>
                <a:ext uri="{FF2B5EF4-FFF2-40B4-BE49-F238E27FC236}">
                  <a16:creationId xmlns:a16="http://schemas.microsoft.com/office/drawing/2014/main" id="{83BBA8E1-F2DE-4904-A556-34B2C4B1F709}"/>
                </a:ext>
              </a:extLst>
            </p:cNvPr>
            <p:cNvSpPr/>
            <p:nvPr userDrawn="1"/>
          </p:nvSpPr>
          <p:spPr>
            <a:xfrm>
              <a:off x="14466489" y="1001522"/>
              <a:ext cx="257935" cy="254168"/>
            </a:xfrm>
            <a:prstGeom prst="rect">
              <a:avLst/>
            </a:prstGeom>
            <a:solidFill>
              <a:srgbClr val="FFFFFF"/>
            </a:solidFill>
            <a:ln w="12700">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sp>
          <p:nvSpPr>
            <p:cNvPr id="674" name="Ovaal 673">
              <a:extLst>
                <a:ext uri="{FF2B5EF4-FFF2-40B4-BE49-F238E27FC236}">
                  <a16:creationId xmlns:a16="http://schemas.microsoft.com/office/drawing/2014/main" id="{96216FD7-C3A5-4B34-BA67-AAF89D399AA5}"/>
                </a:ext>
              </a:extLst>
            </p:cNvPr>
            <p:cNvSpPr/>
            <p:nvPr userDrawn="1"/>
          </p:nvSpPr>
          <p:spPr>
            <a:xfrm>
              <a:off x="14623626" y="1033630"/>
              <a:ext cx="71169" cy="71169"/>
            </a:xfrm>
            <a:prstGeom prst="ellipse">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5" name="Vrije vorm: vorm 674">
              <a:extLst>
                <a:ext uri="{FF2B5EF4-FFF2-40B4-BE49-F238E27FC236}">
                  <a16:creationId xmlns:a16="http://schemas.microsoft.com/office/drawing/2014/main" id="{39EC1AE9-36FE-42E0-B92A-6F6314EDD630}"/>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6" name="Rechthoek: afgeronde hoeken 675">
              <a:extLst>
                <a:ext uri="{FF2B5EF4-FFF2-40B4-BE49-F238E27FC236}">
                  <a16:creationId xmlns:a16="http://schemas.microsoft.com/office/drawing/2014/main" id="{8ABCE77C-11A2-45F0-9AAB-C3026A01288E}"/>
                </a:ext>
              </a:extLst>
            </p:cNvPr>
            <p:cNvSpPr/>
            <p:nvPr userDrawn="1"/>
          </p:nvSpPr>
          <p:spPr>
            <a:xfrm>
              <a:off x="14601150" y="1145314"/>
              <a:ext cx="155966" cy="116816"/>
            </a:xfrm>
            <a:prstGeom prst="roundRect">
              <a:avLst/>
            </a:prstGeom>
            <a:solidFill>
              <a:srgbClr val="FFFFFF"/>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cxnSp>
          <p:nvCxnSpPr>
            <p:cNvPr id="677" name="Rechte verbindingslijn 676">
              <a:extLst>
                <a:ext uri="{FF2B5EF4-FFF2-40B4-BE49-F238E27FC236}">
                  <a16:creationId xmlns:a16="http://schemas.microsoft.com/office/drawing/2014/main" id="{52471ADA-F581-4ABB-B5E5-208C81192F84}"/>
                </a:ext>
              </a:extLst>
            </p:cNvPr>
            <p:cNvCxnSpPr>
              <a:cxnSpLocks/>
            </p:cNvCxnSpPr>
            <p:nvPr userDrawn="1"/>
          </p:nvCxnSpPr>
          <p:spPr>
            <a:xfrm>
              <a:off x="14637490" y="1308665"/>
              <a:ext cx="83286" cy="0"/>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cxnSp>
          <p:nvCxnSpPr>
            <p:cNvPr id="678" name="Rechte verbindingslijn 677">
              <a:extLst>
                <a:ext uri="{FF2B5EF4-FFF2-40B4-BE49-F238E27FC236}">
                  <a16:creationId xmlns:a16="http://schemas.microsoft.com/office/drawing/2014/main" id="{49B27AC0-61F2-4031-81AE-4BD7B3F1675D}"/>
                </a:ext>
              </a:extLst>
            </p:cNvPr>
            <p:cNvCxnSpPr>
              <a:cxnSpLocks/>
              <a:stCxn id="676" idx="2"/>
            </p:cNvCxnSpPr>
            <p:nvPr userDrawn="1"/>
          </p:nvCxnSpPr>
          <p:spPr>
            <a:xfrm flipH="1">
              <a:off x="14678717" y="1262130"/>
              <a:ext cx="416" cy="43573"/>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grpSp>
      <p:sp>
        <p:nvSpPr>
          <p:cNvPr id="643" name="Ovaal 642">
            <a:extLst>
              <a:ext uri="{FF2B5EF4-FFF2-40B4-BE49-F238E27FC236}">
                <a16:creationId xmlns:a16="http://schemas.microsoft.com/office/drawing/2014/main" id="{3CB50DF0-D612-46AB-BDB8-181736F7F95C}"/>
              </a:ext>
            </a:extLst>
          </p:cNvPr>
          <p:cNvSpPr/>
          <p:nvPr/>
        </p:nvSpPr>
        <p:spPr>
          <a:xfrm>
            <a:off x="10009474"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50" name="H2">
            <a:hlinkClick r:id="rId6"/>
            <a:extLst>
              <a:ext uri="{FF2B5EF4-FFF2-40B4-BE49-F238E27FC236}">
                <a16:creationId xmlns:a16="http://schemas.microsoft.com/office/drawing/2014/main" id="{A8F5AAD5-BE66-4DC3-882B-B027A5896F43}"/>
              </a:ext>
            </a:extLst>
          </p:cNvPr>
          <p:cNvSpPr txBox="1"/>
          <p:nvPr/>
        </p:nvSpPr>
        <p:spPr>
          <a:xfrm>
            <a:off x="9477163" y="5513508"/>
            <a:ext cx="2046585"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Meer weten?</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stel je vraag aan ons</a:t>
            </a:r>
          </a:p>
        </p:txBody>
      </p:sp>
      <p:grpSp>
        <p:nvGrpSpPr>
          <p:cNvPr id="3" name="Community icoon">
            <a:extLst>
              <a:ext uri="{FF2B5EF4-FFF2-40B4-BE49-F238E27FC236}">
                <a16:creationId xmlns:a16="http://schemas.microsoft.com/office/drawing/2014/main" id="{83998283-57C2-445B-A90C-D1449AFD984A}"/>
              </a:ext>
            </a:extLst>
          </p:cNvPr>
          <p:cNvGrpSpPr/>
          <p:nvPr userDrawn="1"/>
        </p:nvGrpSpPr>
        <p:grpSpPr>
          <a:xfrm>
            <a:off x="10202348" y="4765834"/>
            <a:ext cx="596217" cy="362915"/>
            <a:chOff x="10202348" y="4765834"/>
            <a:chExt cx="596217" cy="362915"/>
          </a:xfrm>
        </p:grpSpPr>
        <p:sp>
          <p:nvSpPr>
            <p:cNvPr id="670" name="Vrije vorm: vorm 669">
              <a:extLst>
                <a:ext uri="{FF2B5EF4-FFF2-40B4-BE49-F238E27FC236}">
                  <a16:creationId xmlns:a16="http://schemas.microsoft.com/office/drawing/2014/main" id="{289AEFEA-D789-41FD-AD60-91FAD197A054}"/>
                </a:ext>
              </a:extLst>
            </p:cNvPr>
            <p:cNvSpPr/>
            <p:nvPr/>
          </p:nvSpPr>
          <p:spPr>
            <a:xfrm>
              <a:off x="10280115" y="4765834"/>
              <a:ext cx="440682" cy="298109"/>
            </a:xfrm>
            <a:custGeom>
              <a:avLst/>
              <a:gdLst>
                <a:gd name="connsiteX0" fmla="*/ 425584 w 466769"/>
                <a:gd name="connsiteY0" fmla="*/ 274570 h 315755"/>
                <a:gd name="connsiteX1" fmla="*/ 41186 w 466769"/>
                <a:gd name="connsiteY1" fmla="*/ 274570 h 315755"/>
                <a:gd name="connsiteX2" fmla="*/ 41186 w 466769"/>
                <a:gd name="connsiteY2" fmla="*/ 41186 h 315755"/>
                <a:gd name="connsiteX3" fmla="*/ 425584 w 466769"/>
                <a:gd name="connsiteY3" fmla="*/ 41186 h 315755"/>
                <a:gd name="connsiteX4" fmla="*/ 466769 w 466769"/>
                <a:gd name="connsiteY4" fmla="*/ 27457 h 315755"/>
                <a:gd name="connsiteX5" fmla="*/ 439312 w 466769"/>
                <a:gd name="connsiteY5" fmla="*/ 0 h 315755"/>
                <a:gd name="connsiteX6" fmla="*/ 27457 w 466769"/>
                <a:gd name="connsiteY6" fmla="*/ 0 h 315755"/>
                <a:gd name="connsiteX7" fmla="*/ 0 w 466769"/>
                <a:gd name="connsiteY7" fmla="*/ 27457 h 315755"/>
                <a:gd name="connsiteX8" fmla="*/ 0 w 466769"/>
                <a:gd name="connsiteY8" fmla="*/ 315756 h 315755"/>
                <a:gd name="connsiteX9" fmla="*/ 466769 w 466769"/>
                <a:gd name="connsiteY9" fmla="*/ 315756 h 31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6769" h="315755">
                  <a:moveTo>
                    <a:pt x="425584" y="274570"/>
                  </a:moveTo>
                  <a:lnTo>
                    <a:pt x="41186" y="274570"/>
                  </a:lnTo>
                  <a:lnTo>
                    <a:pt x="41186" y="41186"/>
                  </a:lnTo>
                  <a:lnTo>
                    <a:pt x="425584" y="41186"/>
                  </a:lnTo>
                  <a:close/>
                  <a:moveTo>
                    <a:pt x="466769" y="27457"/>
                  </a:moveTo>
                  <a:cubicBezTo>
                    <a:pt x="466769" y="12293"/>
                    <a:pt x="454476" y="0"/>
                    <a:pt x="439312" y="0"/>
                  </a:cubicBezTo>
                  <a:lnTo>
                    <a:pt x="27457" y="0"/>
                  </a:lnTo>
                  <a:cubicBezTo>
                    <a:pt x="12293" y="0"/>
                    <a:pt x="0" y="12293"/>
                    <a:pt x="0" y="27457"/>
                  </a:cubicBezTo>
                  <a:lnTo>
                    <a:pt x="0" y="315756"/>
                  </a:lnTo>
                  <a:lnTo>
                    <a:pt x="466769" y="315756"/>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1" name="Vrije vorm: vorm 670">
              <a:extLst>
                <a:ext uri="{FF2B5EF4-FFF2-40B4-BE49-F238E27FC236}">
                  <a16:creationId xmlns:a16="http://schemas.microsoft.com/office/drawing/2014/main" id="{1E619650-9DFF-4A2F-8E24-397838EE2A0F}"/>
                </a:ext>
              </a:extLst>
            </p:cNvPr>
            <p:cNvSpPr/>
            <p:nvPr/>
          </p:nvSpPr>
          <p:spPr>
            <a:xfrm>
              <a:off x="10202348" y="5089865"/>
              <a:ext cx="596217" cy="38884"/>
            </a:xfrm>
            <a:custGeom>
              <a:avLst/>
              <a:gdLst>
                <a:gd name="connsiteX0" fmla="*/ 356941 w 631511"/>
                <a:gd name="connsiteY0" fmla="*/ 0 h 41185"/>
                <a:gd name="connsiteX1" fmla="*/ 356941 w 631511"/>
                <a:gd name="connsiteY1" fmla="*/ 6864 h 41185"/>
                <a:gd name="connsiteX2" fmla="*/ 350929 w 631511"/>
                <a:gd name="connsiteY2" fmla="*/ 13729 h 41185"/>
                <a:gd name="connsiteX3" fmla="*/ 350077 w 631511"/>
                <a:gd name="connsiteY3" fmla="*/ 13729 h 41185"/>
                <a:gd name="connsiteX4" fmla="*/ 281434 w 631511"/>
                <a:gd name="connsiteY4" fmla="*/ 13729 h 41185"/>
                <a:gd name="connsiteX5" fmla="*/ 274570 w 631511"/>
                <a:gd name="connsiteY5" fmla="*/ 7716 h 41185"/>
                <a:gd name="connsiteX6" fmla="*/ 274570 w 631511"/>
                <a:gd name="connsiteY6" fmla="*/ 6864 h 41185"/>
                <a:gd name="connsiteX7" fmla="*/ 274570 w 631511"/>
                <a:gd name="connsiteY7" fmla="*/ 0 h 41185"/>
                <a:gd name="connsiteX8" fmla="*/ 0 w 631511"/>
                <a:gd name="connsiteY8" fmla="*/ 0 h 41185"/>
                <a:gd name="connsiteX9" fmla="*/ 0 w 631511"/>
                <a:gd name="connsiteY9" fmla="*/ 13729 h 41185"/>
                <a:gd name="connsiteX10" fmla="*/ 27457 w 631511"/>
                <a:gd name="connsiteY10" fmla="*/ 41186 h 41185"/>
                <a:gd name="connsiteX11" fmla="*/ 604054 w 631511"/>
                <a:gd name="connsiteY11" fmla="*/ 41186 h 41185"/>
                <a:gd name="connsiteX12" fmla="*/ 631511 w 631511"/>
                <a:gd name="connsiteY12" fmla="*/ 13729 h 41185"/>
                <a:gd name="connsiteX13" fmla="*/ 631511 w 631511"/>
                <a:gd name="connsiteY13" fmla="*/ 0 h 4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1511" h="41185">
                  <a:moveTo>
                    <a:pt x="356941" y="0"/>
                  </a:moveTo>
                  <a:lnTo>
                    <a:pt x="356941" y="6864"/>
                  </a:lnTo>
                  <a:cubicBezTo>
                    <a:pt x="357176" y="10420"/>
                    <a:pt x="354484" y="13493"/>
                    <a:pt x="350929" y="13729"/>
                  </a:cubicBezTo>
                  <a:cubicBezTo>
                    <a:pt x="350645" y="13747"/>
                    <a:pt x="350360" y="13747"/>
                    <a:pt x="350077" y="13729"/>
                  </a:cubicBezTo>
                  <a:lnTo>
                    <a:pt x="281434" y="13729"/>
                  </a:lnTo>
                  <a:cubicBezTo>
                    <a:pt x="277879" y="13964"/>
                    <a:pt x="274805" y="11272"/>
                    <a:pt x="274570" y="7716"/>
                  </a:cubicBezTo>
                  <a:cubicBezTo>
                    <a:pt x="274551" y="7433"/>
                    <a:pt x="274551" y="7148"/>
                    <a:pt x="274570" y="6864"/>
                  </a:cubicBezTo>
                  <a:lnTo>
                    <a:pt x="274570" y="0"/>
                  </a:lnTo>
                  <a:lnTo>
                    <a:pt x="0" y="0"/>
                  </a:lnTo>
                  <a:lnTo>
                    <a:pt x="0" y="13729"/>
                  </a:lnTo>
                  <a:cubicBezTo>
                    <a:pt x="0" y="28892"/>
                    <a:pt x="12293" y="41186"/>
                    <a:pt x="27457" y="41186"/>
                  </a:cubicBezTo>
                  <a:lnTo>
                    <a:pt x="604054" y="41186"/>
                  </a:lnTo>
                  <a:cubicBezTo>
                    <a:pt x="619218" y="41186"/>
                    <a:pt x="631511" y="28892"/>
                    <a:pt x="631511" y="13729"/>
                  </a:cubicBezTo>
                  <a:lnTo>
                    <a:pt x="631511" y="0"/>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2" name="Vrije vorm: vorm 671">
              <a:extLst>
                <a:ext uri="{FF2B5EF4-FFF2-40B4-BE49-F238E27FC236}">
                  <a16:creationId xmlns:a16="http://schemas.microsoft.com/office/drawing/2014/main" id="{5C000584-83FF-4CA2-B5CB-F4A383950316}"/>
                </a:ext>
              </a:extLst>
            </p:cNvPr>
            <p:cNvSpPr/>
            <p:nvPr/>
          </p:nvSpPr>
          <p:spPr>
            <a:xfrm>
              <a:off x="10409727" y="4824160"/>
              <a:ext cx="181457" cy="181457"/>
            </a:xfrm>
            <a:custGeom>
              <a:avLst/>
              <a:gdLst>
                <a:gd name="connsiteX0" fmla="*/ 96100 w 192199"/>
                <a:gd name="connsiteY0" fmla="*/ 0 h 192199"/>
                <a:gd name="connsiteX1" fmla="*/ 0 w 192199"/>
                <a:gd name="connsiteY1" fmla="*/ 96100 h 192199"/>
                <a:gd name="connsiteX2" fmla="*/ 96100 w 192199"/>
                <a:gd name="connsiteY2" fmla="*/ 192199 h 192199"/>
                <a:gd name="connsiteX3" fmla="*/ 192199 w 192199"/>
                <a:gd name="connsiteY3" fmla="*/ 96100 h 192199"/>
                <a:gd name="connsiteX4" fmla="*/ 96100 w 192199"/>
                <a:gd name="connsiteY4" fmla="*/ 0 h 192199"/>
                <a:gd name="connsiteX5" fmla="*/ 102964 w 192199"/>
                <a:gd name="connsiteY5" fmla="*/ 102964 h 192199"/>
                <a:gd name="connsiteX6" fmla="*/ 134471 w 192199"/>
                <a:gd name="connsiteY6" fmla="*/ 102964 h 192199"/>
                <a:gd name="connsiteX7" fmla="*/ 102964 w 192199"/>
                <a:gd name="connsiteY7" fmla="*/ 165497 h 192199"/>
                <a:gd name="connsiteX8" fmla="*/ 102964 w 192199"/>
                <a:gd name="connsiteY8" fmla="*/ 89235 h 192199"/>
                <a:gd name="connsiteX9" fmla="*/ 102964 w 192199"/>
                <a:gd name="connsiteY9" fmla="*/ 26633 h 192199"/>
                <a:gd name="connsiteX10" fmla="*/ 134471 w 192199"/>
                <a:gd name="connsiteY10" fmla="*/ 89235 h 192199"/>
                <a:gd name="connsiteX11" fmla="*/ 89235 w 192199"/>
                <a:gd name="connsiteY11" fmla="*/ 89235 h 192199"/>
                <a:gd name="connsiteX12" fmla="*/ 58758 w 192199"/>
                <a:gd name="connsiteY12" fmla="*/ 89235 h 192199"/>
                <a:gd name="connsiteX13" fmla="*/ 89235 w 192199"/>
                <a:gd name="connsiteY13" fmla="*/ 27457 h 192199"/>
                <a:gd name="connsiteX14" fmla="*/ 89235 w 192199"/>
                <a:gd name="connsiteY14" fmla="*/ 102964 h 192199"/>
                <a:gd name="connsiteX15" fmla="*/ 89235 w 192199"/>
                <a:gd name="connsiteY15" fmla="*/ 164742 h 192199"/>
                <a:gd name="connsiteX16" fmla="*/ 58758 w 192199"/>
                <a:gd name="connsiteY16" fmla="*/ 102964 h 192199"/>
                <a:gd name="connsiteX17" fmla="*/ 44961 w 192199"/>
                <a:gd name="connsiteY17" fmla="*/ 89235 h 192199"/>
                <a:gd name="connsiteX18" fmla="*/ 15582 w 192199"/>
                <a:gd name="connsiteY18" fmla="*/ 89235 h 192199"/>
                <a:gd name="connsiteX19" fmla="*/ 80586 w 192199"/>
                <a:gd name="connsiteY19" fmla="*/ 16817 h 192199"/>
                <a:gd name="connsiteX20" fmla="*/ 44961 w 192199"/>
                <a:gd name="connsiteY20" fmla="*/ 89235 h 192199"/>
                <a:gd name="connsiteX21" fmla="*/ 44961 w 192199"/>
                <a:gd name="connsiteY21" fmla="*/ 102964 h 192199"/>
                <a:gd name="connsiteX22" fmla="*/ 80724 w 192199"/>
                <a:gd name="connsiteY22" fmla="*/ 175450 h 192199"/>
                <a:gd name="connsiteX23" fmla="*/ 15582 w 192199"/>
                <a:gd name="connsiteY23" fmla="*/ 102964 h 192199"/>
                <a:gd name="connsiteX24" fmla="*/ 148268 w 192199"/>
                <a:gd name="connsiteY24" fmla="*/ 102964 h 192199"/>
                <a:gd name="connsiteX25" fmla="*/ 176617 w 192199"/>
                <a:gd name="connsiteY25" fmla="*/ 102964 h 192199"/>
                <a:gd name="connsiteX26" fmla="*/ 112711 w 192199"/>
                <a:gd name="connsiteY26" fmla="*/ 175176 h 192199"/>
                <a:gd name="connsiteX27" fmla="*/ 148268 w 192199"/>
                <a:gd name="connsiteY27" fmla="*/ 102964 h 192199"/>
                <a:gd name="connsiteX28" fmla="*/ 148268 w 192199"/>
                <a:gd name="connsiteY28" fmla="*/ 89235 h 192199"/>
                <a:gd name="connsiteX29" fmla="*/ 112917 w 192199"/>
                <a:gd name="connsiteY29" fmla="*/ 17092 h 192199"/>
                <a:gd name="connsiteX30" fmla="*/ 176617 w 192199"/>
                <a:gd name="connsiteY30" fmla="*/ 89235 h 19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2199" h="192199">
                  <a:moveTo>
                    <a:pt x="96100" y="0"/>
                  </a:moveTo>
                  <a:cubicBezTo>
                    <a:pt x="43025" y="0"/>
                    <a:pt x="0" y="43025"/>
                    <a:pt x="0" y="96100"/>
                  </a:cubicBezTo>
                  <a:cubicBezTo>
                    <a:pt x="0" y="149174"/>
                    <a:pt x="43025" y="192199"/>
                    <a:pt x="96100" y="192199"/>
                  </a:cubicBezTo>
                  <a:cubicBezTo>
                    <a:pt x="149174" y="192199"/>
                    <a:pt x="192199" y="149174"/>
                    <a:pt x="192199" y="96100"/>
                  </a:cubicBezTo>
                  <a:cubicBezTo>
                    <a:pt x="192199" y="43025"/>
                    <a:pt x="149174" y="0"/>
                    <a:pt x="96100" y="0"/>
                  </a:cubicBezTo>
                  <a:close/>
                  <a:moveTo>
                    <a:pt x="102964" y="102964"/>
                  </a:moveTo>
                  <a:lnTo>
                    <a:pt x="134471" y="102964"/>
                  </a:lnTo>
                  <a:cubicBezTo>
                    <a:pt x="130883" y="126628"/>
                    <a:pt x="119846" y="148532"/>
                    <a:pt x="102964" y="165497"/>
                  </a:cubicBezTo>
                  <a:close/>
                  <a:moveTo>
                    <a:pt x="102964" y="89235"/>
                  </a:moveTo>
                  <a:lnTo>
                    <a:pt x="102964" y="26633"/>
                  </a:lnTo>
                  <a:cubicBezTo>
                    <a:pt x="119864" y="43614"/>
                    <a:pt x="130901" y="65545"/>
                    <a:pt x="134471" y="89235"/>
                  </a:cubicBezTo>
                  <a:close/>
                  <a:moveTo>
                    <a:pt x="89235" y="89235"/>
                  </a:moveTo>
                  <a:lnTo>
                    <a:pt x="58758" y="89235"/>
                  </a:lnTo>
                  <a:cubicBezTo>
                    <a:pt x="62172" y="65951"/>
                    <a:pt x="72836" y="44335"/>
                    <a:pt x="89235" y="27457"/>
                  </a:cubicBezTo>
                  <a:close/>
                  <a:moveTo>
                    <a:pt x="89235" y="102964"/>
                  </a:moveTo>
                  <a:lnTo>
                    <a:pt x="89235" y="164742"/>
                  </a:lnTo>
                  <a:cubicBezTo>
                    <a:pt x="72867" y="147842"/>
                    <a:pt x="62207" y="126237"/>
                    <a:pt x="58758" y="102964"/>
                  </a:cubicBezTo>
                  <a:close/>
                  <a:moveTo>
                    <a:pt x="44961" y="89235"/>
                  </a:moveTo>
                  <a:lnTo>
                    <a:pt x="15582" y="89235"/>
                  </a:lnTo>
                  <a:cubicBezTo>
                    <a:pt x="18629" y="53280"/>
                    <a:pt x="45168" y="23715"/>
                    <a:pt x="80586" y="16817"/>
                  </a:cubicBezTo>
                  <a:cubicBezTo>
                    <a:pt x="61018" y="36344"/>
                    <a:pt x="48487" y="61816"/>
                    <a:pt x="44961" y="89235"/>
                  </a:cubicBezTo>
                  <a:close/>
                  <a:moveTo>
                    <a:pt x="44961" y="102964"/>
                  </a:moveTo>
                  <a:cubicBezTo>
                    <a:pt x="48490" y="130430"/>
                    <a:pt x="61074" y="155937"/>
                    <a:pt x="80724" y="175450"/>
                  </a:cubicBezTo>
                  <a:cubicBezTo>
                    <a:pt x="45253" y="168557"/>
                    <a:pt x="18660" y="138967"/>
                    <a:pt x="15582" y="102964"/>
                  </a:cubicBezTo>
                  <a:close/>
                  <a:moveTo>
                    <a:pt x="148268" y="102964"/>
                  </a:moveTo>
                  <a:lnTo>
                    <a:pt x="176617" y="102964"/>
                  </a:lnTo>
                  <a:cubicBezTo>
                    <a:pt x="173611" y="138511"/>
                    <a:pt x="147629" y="167870"/>
                    <a:pt x="112711" y="175176"/>
                  </a:cubicBezTo>
                  <a:cubicBezTo>
                    <a:pt x="132269" y="155733"/>
                    <a:pt x="144782" y="130321"/>
                    <a:pt x="148268" y="102964"/>
                  </a:cubicBezTo>
                  <a:close/>
                  <a:moveTo>
                    <a:pt x="148268" y="89235"/>
                  </a:moveTo>
                  <a:cubicBezTo>
                    <a:pt x="144754" y="61950"/>
                    <a:pt x="132326" y="36589"/>
                    <a:pt x="112917" y="17092"/>
                  </a:cubicBezTo>
                  <a:cubicBezTo>
                    <a:pt x="147732" y="24470"/>
                    <a:pt x="173607" y="53775"/>
                    <a:pt x="176617" y="89235"/>
                  </a:cubicBezTo>
                  <a:close/>
                </a:path>
              </a:pathLst>
            </a:custGeom>
            <a:solidFill>
              <a:srgbClr val="1FF524"/>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grpSp>
      <p:sp>
        <p:nvSpPr>
          <p:cNvPr id="638" name="Ovaal 637">
            <a:extLst>
              <a:ext uri="{FF2B5EF4-FFF2-40B4-BE49-F238E27FC236}">
                <a16:creationId xmlns:a16="http://schemas.microsoft.com/office/drawing/2014/main" id="{E0B1B0C7-418A-4684-BC28-4DF93822A574}"/>
              </a:ext>
            </a:extLst>
          </p:cNvPr>
          <p:cNvSpPr/>
          <p:nvPr userDrawn="1"/>
        </p:nvSpPr>
        <p:spPr>
          <a:xfrm>
            <a:off x="5008400"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4" name="H2">
            <a:hlinkClick r:id="rId7"/>
            <a:extLst>
              <a:ext uri="{FF2B5EF4-FFF2-40B4-BE49-F238E27FC236}">
                <a16:creationId xmlns:a16="http://schemas.microsoft.com/office/drawing/2014/main" id="{C423FE00-7829-4830-A16C-748DC5BDCDC5}"/>
              </a:ext>
            </a:extLst>
          </p:cNvPr>
          <p:cNvSpPr txBox="1"/>
          <p:nvPr userDrawn="1"/>
        </p:nvSpPr>
        <p:spPr>
          <a:xfrm>
            <a:off x="4569115"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tekstniveaus</a:t>
            </a:r>
            <a:endParaRPr lang="nl-NL" sz="10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5" name="Tekst niveaus icoon">
            <a:extLst>
              <a:ext uri="{FF2B5EF4-FFF2-40B4-BE49-F238E27FC236}">
                <a16:creationId xmlns:a16="http://schemas.microsoft.com/office/drawing/2014/main" id="{7D94ECDD-6F53-477E-9F8A-D5142EF29DBE}"/>
              </a:ext>
            </a:extLst>
          </p:cNvPr>
          <p:cNvGrpSpPr/>
          <p:nvPr userDrawn="1"/>
        </p:nvGrpSpPr>
        <p:grpSpPr>
          <a:xfrm>
            <a:off x="5193960" y="2618763"/>
            <a:ext cx="610842" cy="213514"/>
            <a:chOff x="2745475" y="2728138"/>
            <a:chExt cx="647002" cy="226154"/>
          </a:xfrm>
        </p:grpSpPr>
        <p:grpSp>
          <p:nvGrpSpPr>
            <p:cNvPr id="656" name="Groep 655">
              <a:extLst>
                <a:ext uri="{FF2B5EF4-FFF2-40B4-BE49-F238E27FC236}">
                  <a16:creationId xmlns:a16="http://schemas.microsoft.com/office/drawing/2014/main" id="{846171A8-56CA-4E56-B754-2E416A057504}"/>
                </a:ext>
              </a:extLst>
            </p:cNvPr>
            <p:cNvGrpSpPr/>
            <p:nvPr userDrawn="1"/>
          </p:nvGrpSpPr>
          <p:grpSpPr>
            <a:xfrm>
              <a:off x="3104699" y="2728138"/>
              <a:ext cx="287778" cy="226154"/>
              <a:chOff x="-3310843" y="700986"/>
              <a:chExt cx="182598" cy="143759"/>
            </a:xfrm>
            <a:solidFill>
              <a:schemeClr val="bg1"/>
            </a:solidFill>
          </p:grpSpPr>
          <p:cxnSp>
            <p:nvCxnSpPr>
              <p:cNvPr id="665" name="Rechte verbindingslijn 664">
                <a:extLst>
                  <a:ext uri="{FF2B5EF4-FFF2-40B4-BE49-F238E27FC236}">
                    <a16:creationId xmlns:a16="http://schemas.microsoft.com/office/drawing/2014/main" id="{D3A99DC2-73D7-41C1-AA5F-B1CA576DF738}"/>
                  </a:ext>
                </a:extLst>
              </p:cNvPr>
              <p:cNvCxnSpPr/>
              <p:nvPr userDrawn="1"/>
            </p:nvCxnSpPr>
            <p:spPr>
              <a:xfrm>
                <a:off x="-3310843" y="700986"/>
                <a:ext cx="182598" cy="0"/>
              </a:xfrm>
              <a:prstGeom prst="line">
                <a:avLst/>
              </a:prstGeom>
              <a:grpFill/>
              <a:ln w="19050" cap="flat" cmpd="sng" algn="ctr">
                <a:solidFill>
                  <a:srgbClr val="9D9FA1"/>
                </a:solidFill>
                <a:prstDash val="solid"/>
              </a:ln>
              <a:effectLst/>
            </p:spPr>
          </p:cxnSp>
          <p:cxnSp>
            <p:nvCxnSpPr>
              <p:cNvPr id="666" name="Rechte verbindingslijn 665">
                <a:extLst>
                  <a:ext uri="{FF2B5EF4-FFF2-40B4-BE49-F238E27FC236}">
                    <a16:creationId xmlns:a16="http://schemas.microsoft.com/office/drawing/2014/main" id="{DC5E306C-5BD9-4354-83A8-A457B72C6611}"/>
                  </a:ext>
                </a:extLst>
              </p:cNvPr>
              <p:cNvCxnSpPr/>
              <p:nvPr userDrawn="1"/>
            </p:nvCxnSpPr>
            <p:spPr>
              <a:xfrm>
                <a:off x="-3310843" y="844745"/>
                <a:ext cx="182598" cy="0"/>
              </a:xfrm>
              <a:prstGeom prst="line">
                <a:avLst/>
              </a:prstGeom>
              <a:grpFill/>
              <a:ln w="19050" cap="flat" cmpd="sng" algn="ctr">
                <a:solidFill>
                  <a:srgbClr val="9D9FA1"/>
                </a:solidFill>
                <a:prstDash val="solid"/>
              </a:ln>
              <a:effectLst/>
            </p:spPr>
          </p:cxnSp>
          <p:cxnSp>
            <p:nvCxnSpPr>
              <p:cNvPr id="667" name="Rechte verbindingslijn 666">
                <a:extLst>
                  <a:ext uri="{FF2B5EF4-FFF2-40B4-BE49-F238E27FC236}">
                    <a16:creationId xmlns:a16="http://schemas.microsoft.com/office/drawing/2014/main" id="{7EC362FF-5295-4B0B-8A34-325A717C8AFA}"/>
                  </a:ext>
                </a:extLst>
              </p:cNvPr>
              <p:cNvCxnSpPr/>
              <p:nvPr userDrawn="1"/>
            </p:nvCxnSpPr>
            <p:spPr>
              <a:xfrm>
                <a:off x="-3213196" y="808806"/>
                <a:ext cx="82203" cy="0"/>
              </a:xfrm>
              <a:prstGeom prst="line">
                <a:avLst/>
              </a:prstGeom>
              <a:grpFill/>
              <a:ln w="19050" cap="flat" cmpd="sng" algn="ctr">
                <a:solidFill>
                  <a:srgbClr val="9D9FA1"/>
                </a:solidFill>
                <a:prstDash val="solid"/>
              </a:ln>
              <a:effectLst/>
            </p:spPr>
          </p:cxnSp>
          <p:cxnSp>
            <p:nvCxnSpPr>
              <p:cNvPr id="668" name="Rechte verbindingslijn 667">
                <a:extLst>
                  <a:ext uri="{FF2B5EF4-FFF2-40B4-BE49-F238E27FC236}">
                    <a16:creationId xmlns:a16="http://schemas.microsoft.com/office/drawing/2014/main" id="{5EC8729C-F785-49E4-83EF-1E156790D774}"/>
                  </a:ext>
                </a:extLst>
              </p:cNvPr>
              <p:cNvCxnSpPr/>
              <p:nvPr userDrawn="1"/>
            </p:nvCxnSpPr>
            <p:spPr>
              <a:xfrm>
                <a:off x="-3213196" y="772866"/>
                <a:ext cx="82203" cy="0"/>
              </a:xfrm>
              <a:prstGeom prst="line">
                <a:avLst/>
              </a:prstGeom>
              <a:grpFill/>
              <a:ln w="19050" cap="flat" cmpd="sng" algn="ctr">
                <a:solidFill>
                  <a:srgbClr val="9D9FA1"/>
                </a:solidFill>
                <a:prstDash val="solid"/>
              </a:ln>
              <a:effectLst/>
            </p:spPr>
          </p:cxnSp>
          <p:cxnSp>
            <p:nvCxnSpPr>
              <p:cNvPr id="669" name="Rechte verbindingslijn 668">
                <a:extLst>
                  <a:ext uri="{FF2B5EF4-FFF2-40B4-BE49-F238E27FC236}">
                    <a16:creationId xmlns:a16="http://schemas.microsoft.com/office/drawing/2014/main" id="{A059D88C-5850-46C6-BEEC-D20212F3D514}"/>
                  </a:ext>
                </a:extLst>
              </p:cNvPr>
              <p:cNvCxnSpPr/>
              <p:nvPr userDrawn="1"/>
            </p:nvCxnSpPr>
            <p:spPr>
              <a:xfrm>
                <a:off x="-3213196" y="736926"/>
                <a:ext cx="82203" cy="0"/>
              </a:xfrm>
              <a:prstGeom prst="line">
                <a:avLst/>
              </a:prstGeom>
              <a:grpFill/>
              <a:ln w="19050" cap="flat" cmpd="sng" algn="ctr">
                <a:solidFill>
                  <a:srgbClr val="9D9FA1"/>
                </a:solidFill>
                <a:prstDash val="solid"/>
              </a:ln>
              <a:effectLst/>
            </p:spPr>
          </p:cxnSp>
        </p:grpSp>
        <p:sp>
          <p:nvSpPr>
            <p:cNvPr id="657" name="Pijl: rechts 656">
              <a:extLst>
                <a:ext uri="{FF2B5EF4-FFF2-40B4-BE49-F238E27FC236}">
                  <a16:creationId xmlns:a16="http://schemas.microsoft.com/office/drawing/2014/main" id="{57B21709-41A9-4BF2-AA2E-571F097A3AAE}"/>
                </a:ext>
              </a:extLst>
            </p:cNvPr>
            <p:cNvSpPr/>
            <p:nvPr userDrawn="1"/>
          </p:nvSpPr>
          <p:spPr>
            <a:xfrm>
              <a:off x="3104699" y="2782156"/>
              <a:ext cx="120562" cy="115831"/>
            </a:xfrm>
            <a:prstGeom prst="rightArrow">
              <a:avLst>
                <a:gd name="adj1" fmla="val 25329"/>
                <a:gd name="adj2" fmla="val 63628"/>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nvGrpSpPr>
            <p:cNvPr id="658" name="Groep 657">
              <a:extLst>
                <a:ext uri="{FF2B5EF4-FFF2-40B4-BE49-F238E27FC236}">
                  <a16:creationId xmlns:a16="http://schemas.microsoft.com/office/drawing/2014/main" id="{75AC5A72-C020-4260-86D1-8D53E88E3839}"/>
                </a:ext>
              </a:extLst>
            </p:cNvPr>
            <p:cNvGrpSpPr/>
            <p:nvPr userDrawn="1"/>
          </p:nvGrpSpPr>
          <p:grpSpPr>
            <a:xfrm>
              <a:off x="2745475" y="2728138"/>
              <a:ext cx="287778" cy="226154"/>
              <a:chOff x="-3634116" y="700986"/>
              <a:chExt cx="182598" cy="143759"/>
            </a:xfrm>
            <a:solidFill>
              <a:schemeClr val="bg1"/>
            </a:solidFill>
          </p:grpSpPr>
          <p:cxnSp>
            <p:nvCxnSpPr>
              <p:cNvPr id="660" name="Rechte verbindingslijn 659">
                <a:extLst>
                  <a:ext uri="{FF2B5EF4-FFF2-40B4-BE49-F238E27FC236}">
                    <a16:creationId xmlns:a16="http://schemas.microsoft.com/office/drawing/2014/main" id="{22609FB4-0C86-4E44-AEFF-ACFEDDE81196}"/>
                  </a:ext>
                </a:extLst>
              </p:cNvPr>
              <p:cNvCxnSpPr/>
              <p:nvPr userDrawn="1"/>
            </p:nvCxnSpPr>
            <p:spPr>
              <a:xfrm>
                <a:off x="-3634116" y="700986"/>
                <a:ext cx="182598" cy="0"/>
              </a:xfrm>
              <a:prstGeom prst="line">
                <a:avLst/>
              </a:prstGeom>
              <a:grpFill/>
              <a:ln w="19050" cap="flat" cmpd="sng" algn="ctr">
                <a:solidFill>
                  <a:srgbClr val="9D9FA1"/>
                </a:solidFill>
                <a:prstDash val="solid"/>
              </a:ln>
              <a:effectLst/>
            </p:spPr>
          </p:cxnSp>
          <p:cxnSp>
            <p:nvCxnSpPr>
              <p:cNvPr id="661" name="Rechte verbindingslijn 660">
                <a:extLst>
                  <a:ext uri="{FF2B5EF4-FFF2-40B4-BE49-F238E27FC236}">
                    <a16:creationId xmlns:a16="http://schemas.microsoft.com/office/drawing/2014/main" id="{B65A2A7A-7B8B-4A62-82EE-290A91420FAC}"/>
                  </a:ext>
                </a:extLst>
              </p:cNvPr>
              <p:cNvCxnSpPr/>
              <p:nvPr userDrawn="1"/>
            </p:nvCxnSpPr>
            <p:spPr>
              <a:xfrm>
                <a:off x="-3634116" y="844745"/>
                <a:ext cx="182598" cy="0"/>
              </a:xfrm>
              <a:prstGeom prst="line">
                <a:avLst/>
              </a:prstGeom>
              <a:grpFill/>
              <a:ln w="19050" cap="flat" cmpd="sng" algn="ctr">
                <a:solidFill>
                  <a:srgbClr val="9D9FA1"/>
                </a:solidFill>
                <a:prstDash val="solid"/>
              </a:ln>
              <a:effectLst/>
            </p:spPr>
          </p:cxnSp>
          <p:cxnSp>
            <p:nvCxnSpPr>
              <p:cNvPr id="662" name="Rechte verbindingslijn 661">
                <a:extLst>
                  <a:ext uri="{FF2B5EF4-FFF2-40B4-BE49-F238E27FC236}">
                    <a16:creationId xmlns:a16="http://schemas.microsoft.com/office/drawing/2014/main" id="{3D8A83E6-99AB-4A61-B9FD-9490964F7F38}"/>
                  </a:ext>
                </a:extLst>
              </p:cNvPr>
              <p:cNvCxnSpPr/>
              <p:nvPr userDrawn="1"/>
            </p:nvCxnSpPr>
            <p:spPr>
              <a:xfrm>
                <a:off x="-3536469" y="808806"/>
                <a:ext cx="82203" cy="0"/>
              </a:xfrm>
              <a:prstGeom prst="line">
                <a:avLst/>
              </a:prstGeom>
              <a:grpFill/>
              <a:ln w="19050" cap="flat" cmpd="sng" algn="ctr">
                <a:solidFill>
                  <a:srgbClr val="9D9FA1"/>
                </a:solidFill>
                <a:prstDash val="solid"/>
              </a:ln>
              <a:effectLst/>
            </p:spPr>
          </p:cxnSp>
          <p:cxnSp>
            <p:nvCxnSpPr>
              <p:cNvPr id="663" name="Rechte verbindingslijn 662">
                <a:extLst>
                  <a:ext uri="{FF2B5EF4-FFF2-40B4-BE49-F238E27FC236}">
                    <a16:creationId xmlns:a16="http://schemas.microsoft.com/office/drawing/2014/main" id="{F28CB691-8F1F-4A65-87DE-DF0CD16C20FC}"/>
                  </a:ext>
                </a:extLst>
              </p:cNvPr>
              <p:cNvCxnSpPr/>
              <p:nvPr userDrawn="1"/>
            </p:nvCxnSpPr>
            <p:spPr>
              <a:xfrm>
                <a:off x="-3536469" y="772866"/>
                <a:ext cx="82203" cy="0"/>
              </a:xfrm>
              <a:prstGeom prst="line">
                <a:avLst/>
              </a:prstGeom>
              <a:grpFill/>
              <a:ln w="19050" cap="flat" cmpd="sng" algn="ctr">
                <a:solidFill>
                  <a:srgbClr val="9D9FA1"/>
                </a:solidFill>
                <a:prstDash val="solid"/>
              </a:ln>
              <a:effectLst/>
            </p:spPr>
          </p:cxnSp>
          <p:cxnSp>
            <p:nvCxnSpPr>
              <p:cNvPr id="664" name="Rechte verbindingslijn 663">
                <a:extLst>
                  <a:ext uri="{FF2B5EF4-FFF2-40B4-BE49-F238E27FC236}">
                    <a16:creationId xmlns:a16="http://schemas.microsoft.com/office/drawing/2014/main" id="{C2C5E113-76CD-4458-A3B9-7B0AE1675EA4}"/>
                  </a:ext>
                </a:extLst>
              </p:cNvPr>
              <p:cNvCxnSpPr/>
              <p:nvPr userDrawn="1"/>
            </p:nvCxnSpPr>
            <p:spPr>
              <a:xfrm>
                <a:off x="-3536469" y="736926"/>
                <a:ext cx="82203" cy="0"/>
              </a:xfrm>
              <a:prstGeom prst="line">
                <a:avLst/>
              </a:prstGeom>
              <a:grpFill/>
              <a:ln w="19050" cap="flat" cmpd="sng" algn="ctr">
                <a:solidFill>
                  <a:srgbClr val="9D9FA1"/>
                </a:solidFill>
                <a:prstDash val="solid"/>
              </a:ln>
              <a:effectLst/>
            </p:spPr>
          </p:cxnSp>
        </p:grpSp>
        <p:sp>
          <p:nvSpPr>
            <p:cNvPr id="659" name="Pijl: rechts 658">
              <a:extLst>
                <a:ext uri="{FF2B5EF4-FFF2-40B4-BE49-F238E27FC236}">
                  <a16:creationId xmlns:a16="http://schemas.microsoft.com/office/drawing/2014/main" id="{B16CF49D-B031-44B6-86C7-6DB9C981385E}"/>
                </a:ext>
              </a:extLst>
            </p:cNvPr>
            <p:cNvSpPr/>
            <p:nvPr/>
          </p:nvSpPr>
          <p:spPr>
            <a:xfrm flipH="1">
              <a:off x="2745475" y="2782156"/>
              <a:ext cx="120562" cy="115831"/>
            </a:xfrm>
            <a:prstGeom prst="rightArrow">
              <a:avLst>
                <a:gd name="adj1" fmla="val 25329"/>
                <a:gd name="adj2" fmla="val 6362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sp>
        <p:nvSpPr>
          <p:cNvPr id="9" name="Rechthoek 8">
            <a:extLst>
              <a:ext uri="{FF2B5EF4-FFF2-40B4-BE49-F238E27FC236}">
                <a16:creationId xmlns:a16="http://schemas.microsoft.com/office/drawing/2014/main" id="{9DF5F7C7-D481-493E-9CCC-18CD69E3C141}"/>
              </a:ext>
            </a:extLst>
          </p:cNvPr>
          <p:cNvSpPr/>
          <p:nvPr userDrawn="1"/>
        </p:nvSpPr>
        <p:spPr>
          <a:xfrm>
            <a:off x="5113217"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7" name="Rechthoek 106">
            <a:extLst>
              <a:ext uri="{FF2B5EF4-FFF2-40B4-BE49-F238E27FC236}">
                <a16:creationId xmlns:a16="http://schemas.microsoft.com/office/drawing/2014/main" id="{6781B612-754D-41CD-9617-283B544BFD9B}"/>
              </a:ext>
            </a:extLst>
          </p:cNvPr>
          <p:cNvSpPr/>
          <p:nvPr userDrawn="1"/>
        </p:nvSpPr>
        <p:spPr>
          <a:xfrm>
            <a:off x="5113217"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8" name="Rechthoek 107">
            <a:extLst>
              <a:ext uri="{FF2B5EF4-FFF2-40B4-BE49-F238E27FC236}">
                <a16:creationId xmlns:a16="http://schemas.microsoft.com/office/drawing/2014/main" id="{799C3DE2-7F7C-4FFE-A946-568A1DC8F53B}"/>
              </a:ext>
            </a:extLst>
          </p:cNvPr>
          <p:cNvSpPr/>
          <p:nvPr userDrawn="1"/>
        </p:nvSpPr>
        <p:spPr>
          <a:xfrm>
            <a:off x="7613754"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9" name="Rechthoek 108">
            <a:extLst>
              <a:ext uri="{FF2B5EF4-FFF2-40B4-BE49-F238E27FC236}">
                <a16:creationId xmlns:a16="http://schemas.microsoft.com/office/drawing/2014/main" id="{A528ECDD-6D6D-40EF-978F-8DF442DED333}"/>
              </a:ext>
            </a:extLst>
          </p:cNvPr>
          <p:cNvSpPr/>
          <p:nvPr userDrawn="1"/>
        </p:nvSpPr>
        <p:spPr>
          <a:xfrm>
            <a:off x="7613754"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0" name="Rechthoek 109">
            <a:extLst>
              <a:ext uri="{FF2B5EF4-FFF2-40B4-BE49-F238E27FC236}">
                <a16:creationId xmlns:a16="http://schemas.microsoft.com/office/drawing/2014/main" id="{1584A8F6-DC95-467F-AD71-8093C864A6E3}"/>
              </a:ext>
            </a:extLst>
          </p:cNvPr>
          <p:cNvSpPr/>
          <p:nvPr userDrawn="1"/>
        </p:nvSpPr>
        <p:spPr>
          <a:xfrm>
            <a:off x="10114291"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1" name="Rechthoek 110">
            <a:extLst>
              <a:ext uri="{FF2B5EF4-FFF2-40B4-BE49-F238E27FC236}">
                <a16:creationId xmlns:a16="http://schemas.microsoft.com/office/drawing/2014/main" id="{44709A97-51A6-441E-BE58-8E0A842EB57A}"/>
              </a:ext>
            </a:extLst>
          </p:cNvPr>
          <p:cNvSpPr/>
          <p:nvPr userDrawn="1"/>
        </p:nvSpPr>
        <p:spPr>
          <a:xfrm>
            <a:off x="9849544" y="6028125"/>
            <a:ext cx="1301822"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Ga naar de community</a:t>
            </a:r>
          </a:p>
        </p:txBody>
      </p:sp>
      <p:grpSp>
        <p:nvGrpSpPr>
          <p:cNvPr id="11" name="HYPERLINKS KNOPPEN">
            <a:extLst>
              <a:ext uri="{FF2B5EF4-FFF2-40B4-BE49-F238E27FC236}">
                <a16:creationId xmlns:a16="http://schemas.microsoft.com/office/drawing/2014/main" id="{399B31C3-B023-4B1A-8F83-DBC9A4B9EA82}"/>
              </a:ext>
            </a:extLst>
          </p:cNvPr>
          <p:cNvGrpSpPr/>
          <p:nvPr userDrawn="1"/>
        </p:nvGrpSpPr>
        <p:grpSpPr>
          <a:xfrm>
            <a:off x="4306222" y="2023215"/>
            <a:ext cx="7383894" cy="4379388"/>
            <a:chOff x="4306222" y="1991316"/>
            <a:chExt cx="7383894" cy="4379388"/>
          </a:xfrm>
        </p:grpSpPr>
        <p:sp>
          <p:nvSpPr>
            <p:cNvPr id="10" name="HYPERLINK1">
              <a:hlinkClick r:id="rId8"/>
              <a:extLst>
                <a:ext uri="{FF2B5EF4-FFF2-40B4-BE49-F238E27FC236}">
                  <a16:creationId xmlns:a16="http://schemas.microsoft.com/office/drawing/2014/main" id="{13BA5069-6257-4F1C-AE91-BFBF73FA6D80}"/>
                </a:ext>
              </a:extLst>
            </p:cNvPr>
            <p:cNvSpPr/>
            <p:nvPr userDrawn="1"/>
          </p:nvSpPr>
          <p:spPr>
            <a:xfrm>
              <a:off x="43062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3" name="HYPERLINK2">
              <a:hlinkClick r:id="rId9"/>
              <a:extLst>
                <a:ext uri="{FF2B5EF4-FFF2-40B4-BE49-F238E27FC236}">
                  <a16:creationId xmlns:a16="http://schemas.microsoft.com/office/drawing/2014/main" id="{9392AD01-2DE4-4416-946A-1887EFEAB9FC}"/>
                </a:ext>
              </a:extLst>
            </p:cNvPr>
            <p:cNvSpPr/>
            <p:nvPr userDrawn="1"/>
          </p:nvSpPr>
          <p:spPr>
            <a:xfrm>
              <a:off x="68075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4" name="HYPERLINK3">
              <a:hlinkClick r:id="rId10"/>
              <a:extLst>
                <a:ext uri="{FF2B5EF4-FFF2-40B4-BE49-F238E27FC236}">
                  <a16:creationId xmlns:a16="http://schemas.microsoft.com/office/drawing/2014/main" id="{56421FCE-7656-4936-85CD-AC87B63904E4}"/>
                </a:ext>
              </a:extLst>
            </p:cNvPr>
            <p:cNvSpPr/>
            <p:nvPr userDrawn="1"/>
          </p:nvSpPr>
          <p:spPr>
            <a:xfrm>
              <a:off x="9308823"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5" name="HYPERLINK4">
              <a:hlinkClick r:id="rId11"/>
              <a:extLst>
                <a:ext uri="{FF2B5EF4-FFF2-40B4-BE49-F238E27FC236}">
                  <a16:creationId xmlns:a16="http://schemas.microsoft.com/office/drawing/2014/main" id="{11C0386D-74F9-4E1A-BAE8-76C92B5FC470}"/>
                </a:ext>
              </a:extLst>
            </p:cNvPr>
            <p:cNvSpPr/>
            <p:nvPr userDrawn="1"/>
          </p:nvSpPr>
          <p:spPr>
            <a:xfrm>
              <a:off x="43062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6" name="HYPERLINK5">
              <a:hlinkClick r:id="rId12"/>
              <a:extLst>
                <a:ext uri="{FF2B5EF4-FFF2-40B4-BE49-F238E27FC236}">
                  <a16:creationId xmlns:a16="http://schemas.microsoft.com/office/drawing/2014/main" id="{6F34050F-C998-4C26-8D62-EFD80B8B0E09}"/>
                </a:ext>
              </a:extLst>
            </p:cNvPr>
            <p:cNvSpPr/>
            <p:nvPr userDrawn="1"/>
          </p:nvSpPr>
          <p:spPr>
            <a:xfrm>
              <a:off x="68075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7" name="HYPERLINK6">
              <a:hlinkClick r:id="rId13"/>
              <a:extLst>
                <a:ext uri="{FF2B5EF4-FFF2-40B4-BE49-F238E27FC236}">
                  <a16:creationId xmlns:a16="http://schemas.microsoft.com/office/drawing/2014/main" id="{B6DEB31D-C103-4B88-AD1A-D2FB05D1D955}"/>
                </a:ext>
              </a:extLst>
            </p:cNvPr>
            <p:cNvSpPr/>
            <p:nvPr userDrawn="1"/>
          </p:nvSpPr>
          <p:spPr>
            <a:xfrm>
              <a:off x="9308823"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41897169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BUILDER">
    <p:spTree>
      <p:nvGrpSpPr>
        <p:cNvPr id="1" name=""/>
        <p:cNvGrpSpPr/>
        <p:nvPr/>
      </p:nvGrpSpPr>
      <p:grpSpPr>
        <a:xfrm>
          <a:off x="0" y="0"/>
          <a:ext cx="0" cy="0"/>
          <a:chOff x="0" y="0"/>
          <a:chExt cx="0" cy="0"/>
        </a:xfrm>
      </p:grpSpPr>
      <p:sp>
        <p:nvSpPr>
          <p:cNvPr id="71" name="Rechthoek 70">
            <a:extLst>
              <a:ext uri="{FF2B5EF4-FFF2-40B4-BE49-F238E27FC236}">
                <a16:creationId xmlns:a16="http://schemas.microsoft.com/office/drawing/2014/main" id="{0C4AB69D-C5E5-42C3-9FE0-E759ADB90277}"/>
              </a:ext>
            </a:extLst>
          </p:cNvPr>
          <p:cNvSpPr/>
          <p:nvPr userDrawn="1"/>
        </p:nvSpPr>
        <p:spPr>
          <a:xfrm>
            <a:off x="7353300" y="0"/>
            <a:ext cx="4838700" cy="6858000"/>
          </a:xfrm>
          <a:prstGeom prst="rect">
            <a:avLst/>
          </a:prstGeom>
          <a:solidFill>
            <a:schemeClr val="accent3"/>
          </a:solidFill>
          <a:ln w="19050" cap="flat" cmpd="sng" algn="ctr">
            <a:noFill/>
            <a:prstDash val="solid"/>
            <a:miter lim="800000"/>
          </a:ln>
          <a:effectLst/>
        </p:spPr>
        <p:txBody>
          <a:bodyPr rtlCol="0" anchor="ctr"/>
          <a:lstStyle/>
          <a:p>
            <a:pPr marR="0" lvl="0" indent="0" algn="ctr" defTabSz="995507" fontAlgn="auto">
              <a:lnSpc>
                <a:spcPct val="100000"/>
              </a:lnSpc>
              <a:spcBef>
                <a:spcPts val="0"/>
              </a:spcBef>
              <a:spcAft>
                <a:spcPts val="0"/>
              </a:spcAft>
              <a:buClrTx/>
              <a:buSzTx/>
              <a:buFontTx/>
              <a:buNone/>
              <a:tabLst/>
            </a:pPr>
            <a:endParaRPr kumimoji="0" lang="nl-NL" sz="1960" b="0" i="0" u="none" strike="noStrike" kern="0" cap="none" spc="0" normalizeH="0" baseline="0" noProof="0" dirty="0">
              <a:ln>
                <a:noFill/>
              </a:ln>
              <a:solidFill>
                <a:srgbClr val="FFFFFF"/>
              </a:solidFill>
              <a:effectLst/>
              <a:uLnTx/>
              <a:uFillTx/>
              <a:latin typeface="Segoe UI"/>
            </a:endParaRPr>
          </a:p>
        </p:txBody>
      </p:sp>
      <p:sp>
        <p:nvSpPr>
          <p:cNvPr id="26" name="Tekstvak 25">
            <a:extLst>
              <a:ext uri="{FF2B5EF4-FFF2-40B4-BE49-F238E27FC236}">
                <a16:creationId xmlns:a16="http://schemas.microsoft.com/office/drawing/2014/main" id="{6C82BAB8-293B-400B-A211-6DAEEBF42820}"/>
              </a:ext>
            </a:extLst>
          </p:cNvPr>
          <p:cNvSpPr txBox="1"/>
          <p:nvPr userDrawn="1"/>
        </p:nvSpPr>
        <p:spPr>
          <a:xfrm>
            <a:off x="8010615" y="6125356"/>
            <a:ext cx="3602625" cy="166199"/>
          </a:xfrm>
          <a:prstGeom prst="rect">
            <a:avLst/>
          </a:prstGeom>
          <a:noFill/>
        </p:spPr>
        <p:txBody>
          <a:bodyPr wrap="square" lIns="0" tIns="0" rIns="0" bIns="0">
            <a:spAutoFit/>
          </a:bodyPr>
          <a:lstStyle/>
          <a:p>
            <a:pPr marL="0" marR="0" lvl="1" indent="0" algn="ctr" defTabSz="914400" rtl="0" eaLnBrk="1" fontAlgn="auto" latinLnBrk="0" hangingPunct="1">
              <a:lnSpc>
                <a:spcPct val="90000"/>
              </a:lnSpc>
              <a:spcBef>
                <a:spcPts val="600"/>
              </a:spcBef>
              <a:spcAft>
                <a:spcPts val="300"/>
              </a:spcAft>
              <a:buClr>
                <a:srgbClr val="1FF524"/>
              </a:buClr>
              <a:buSzTx/>
              <a:buFontTx/>
              <a:buNone/>
              <a:tabLst/>
              <a:defRPr/>
            </a:pPr>
            <a:r>
              <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hlinkClick r:id="rId2">
                  <a:extLst>
                    <a:ext uri="{A12FA001-AC4F-418D-AE19-62706E023703}">
                      <ahyp:hlinkClr xmlns:ahyp="http://schemas.microsoft.com/office/drawing/2018/hyperlinkcolor" val="tx"/>
                    </a:ext>
                  </a:extLst>
                </a:hlinkClick>
              </a:rPr>
              <a:t>https://pptsolutions.nl/slidebuilder/</a:t>
            </a:r>
            <a:endPar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endParaRPr>
          </a:p>
        </p:txBody>
      </p:sp>
      <p:sp>
        <p:nvSpPr>
          <p:cNvPr id="159" name="Rechthoek 158">
            <a:extLst>
              <a:ext uri="{FF2B5EF4-FFF2-40B4-BE49-F238E27FC236}">
                <a16:creationId xmlns:a16="http://schemas.microsoft.com/office/drawing/2014/main" id="{7C634C72-3A1E-4E28-A128-F3182EAAA3E3}"/>
              </a:ext>
            </a:extLst>
          </p:cNvPr>
          <p:cNvSpPr/>
          <p:nvPr userDrawn="1"/>
        </p:nvSpPr>
        <p:spPr>
          <a:xfrm>
            <a:off x="8002077"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0" name="Rechthoek 159">
            <a:extLst>
              <a:ext uri="{FF2B5EF4-FFF2-40B4-BE49-F238E27FC236}">
                <a16:creationId xmlns:a16="http://schemas.microsoft.com/office/drawing/2014/main" id="{F058238C-C742-43CE-BEBD-50DA64AD1A33}"/>
              </a:ext>
            </a:extLst>
          </p:cNvPr>
          <p:cNvSpPr/>
          <p:nvPr userDrawn="1"/>
        </p:nvSpPr>
        <p:spPr>
          <a:xfrm>
            <a:off x="10052688"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3" name="Ovaal 162">
            <a:extLst>
              <a:ext uri="{FF2B5EF4-FFF2-40B4-BE49-F238E27FC236}">
                <a16:creationId xmlns:a16="http://schemas.microsoft.com/office/drawing/2014/main" id="{2B83A980-7EC0-4347-8B3A-5202E264C53A}"/>
              </a:ext>
            </a:extLst>
          </p:cNvPr>
          <p:cNvSpPr/>
          <p:nvPr/>
        </p:nvSpPr>
        <p:spPr>
          <a:xfrm>
            <a:off x="8383925"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64" name="H2">
            <a:extLst>
              <a:ext uri="{FF2B5EF4-FFF2-40B4-BE49-F238E27FC236}">
                <a16:creationId xmlns:a16="http://schemas.microsoft.com/office/drawing/2014/main" id="{1165FBA1-627D-40D0-BD63-8A5BF13B9392}"/>
              </a:ext>
            </a:extLst>
          </p:cNvPr>
          <p:cNvSpPr txBox="1"/>
          <p:nvPr/>
        </p:nvSpPr>
        <p:spPr>
          <a:xfrm>
            <a:off x="7925391" y="5180517"/>
            <a:ext cx="1713925"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tot de community</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65" name="Ovaal 164">
            <a:extLst>
              <a:ext uri="{FF2B5EF4-FFF2-40B4-BE49-F238E27FC236}">
                <a16:creationId xmlns:a16="http://schemas.microsoft.com/office/drawing/2014/main" id="{8226C138-7065-4453-93CB-7050C3BD3097}"/>
              </a:ext>
            </a:extLst>
          </p:cNvPr>
          <p:cNvSpPr/>
          <p:nvPr userDrawn="1"/>
        </p:nvSpPr>
        <p:spPr>
          <a:xfrm>
            <a:off x="10434536"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6" name="H2">
            <a:extLst>
              <a:ext uri="{FF2B5EF4-FFF2-40B4-BE49-F238E27FC236}">
                <a16:creationId xmlns:a16="http://schemas.microsoft.com/office/drawing/2014/main" id="{473D4BDF-569A-4D03-B037-9DCC3A9F25C9}"/>
              </a:ext>
            </a:extLst>
          </p:cNvPr>
          <p:cNvSpPr txBox="1"/>
          <p:nvPr/>
        </p:nvSpPr>
        <p:spPr>
          <a:xfrm>
            <a:off x="9890306" y="5180520"/>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tot veelgebruikte slides</a:t>
            </a:r>
          </a:p>
        </p:txBody>
      </p:sp>
      <p:grpSp>
        <p:nvGrpSpPr>
          <p:cNvPr id="167" name="Training">
            <a:extLst>
              <a:ext uri="{FF2B5EF4-FFF2-40B4-BE49-F238E27FC236}">
                <a16:creationId xmlns:a16="http://schemas.microsoft.com/office/drawing/2014/main" id="{05ACA654-B59F-4C9E-B355-15AC81313DE6}"/>
              </a:ext>
            </a:extLst>
          </p:cNvPr>
          <p:cNvGrpSpPr>
            <a:grpSpLocks noChangeAspect="1"/>
          </p:cNvGrpSpPr>
          <p:nvPr userDrawn="1"/>
        </p:nvGrpSpPr>
        <p:grpSpPr bwMode="auto">
          <a:xfrm>
            <a:off x="8544191" y="4413493"/>
            <a:ext cx="476324" cy="326287"/>
            <a:chOff x="2195" y="3182"/>
            <a:chExt cx="1127" cy="772"/>
          </a:xfrm>
          <a:gradFill>
            <a:gsLst>
              <a:gs pos="0">
                <a:sysClr val="window" lastClr="FFFFFF"/>
              </a:gs>
              <a:gs pos="70000">
                <a:srgbClr val="9D9FA1"/>
              </a:gs>
            </a:gsLst>
            <a:lin ang="2700000" scaled="1"/>
          </a:gradFill>
        </p:grpSpPr>
        <p:sp>
          <p:nvSpPr>
            <p:cNvPr id="189" name="Freeform 18">
              <a:extLst>
                <a:ext uri="{FF2B5EF4-FFF2-40B4-BE49-F238E27FC236}">
                  <a16:creationId xmlns:a16="http://schemas.microsoft.com/office/drawing/2014/main" id="{A3023A5F-E33D-4AB9-8DE6-F740E51117F9}"/>
                </a:ext>
              </a:extLst>
            </p:cNvPr>
            <p:cNvSpPr>
              <a:spLocks/>
            </p:cNvSpPr>
            <p:nvPr/>
          </p:nvSpPr>
          <p:spPr bwMode="auto">
            <a:xfrm>
              <a:off x="3086" y="3613"/>
              <a:ext cx="148" cy="341"/>
            </a:xfrm>
            <a:custGeom>
              <a:avLst/>
              <a:gdLst>
                <a:gd name="T0" fmla="*/ 122 w 132"/>
                <a:gd name="T1" fmla="*/ 234 h 304"/>
                <a:gd name="T2" fmla="*/ 70 w 132"/>
                <a:gd name="T3" fmla="*/ 183 h 304"/>
                <a:gd name="T4" fmla="*/ 70 w 132"/>
                <a:gd name="T5" fmla="*/ 0 h 304"/>
                <a:gd name="T6" fmla="*/ 0 w 132"/>
                <a:gd name="T7" fmla="*/ 35 h 304"/>
                <a:gd name="T8" fmla="*/ 0 w 132"/>
                <a:gd name="T9" fmla="*/ 182 h 304"/>
                <a:gd name="T10" fmla="*/ 122 w 132"/>
                <a:gd name="T11" fmla="*/ 304 h 304"/>
                <a:gd name="T12" fmla="*/ 132 w 132"/>
                <a:gd name="T13" fmla="*/ 304 h 304"/>
                <a:gd name="T14" fmla="*/ 132 w 132"/>
                <a:gd name="T15" fmla="*/ 234 h 304"/>
                <a:gd name="T16" fmla="*/ 122 w 132"/>
                <a:gd name="T17" fmla="*/ 23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304">
                  <a:moveTo>
                    <a:pt x="122" y="234"/>
                  </a:moveTo>
                  <a:cubicBezTo>
                    <a:pt x="94" y="234"/>
                    <a:pt x="71" y="211"/>
                    <a:pt x="70" y="183"/>
                  </a:cubicBezTo>
                  <a:cubicBezTo>
                    <a:pt x="70" y="0"/>
                    <a:pt x="70" y="0"/>
                    <a:pt x="70" y="0"/>
                  </a:cubicBezTo>
                  <a:cubicBezTo>
                    <a:pt x="0" y="35"/>
                    <a:pt x="0" y="35"/>
                    <a:pt x="0" y="35"/>
                  </a:cubicBezTo>
                  <a:cubicBezTo>
                    <a:pt x="0" y="182"/>
                    <a:pt x="0" y="182"/>
                    <a:pt x="0" y="182"/>
                  </a:cubicBezTo>
                  <a:cubicBezTo>
                    <a:pt x="0" y="249"/>
                    <a:pt x="55" y="304"/>
                    <a:pt x="122" y="304"/>
                  </a:cubicBezTo>
                  <a:cubicBezTo>
                    <a:pt x="132" y="304"/>
                    <a:pt x="132" y="304"/>
                    <a:pt x="132" y="304"/>
                  </a:cubicBezTo>
                  <a:cubicBezTo>
                    <a:pt x="132" y="234"/>
                    <a:pt x="132" y="234"/>
                    <a:pt x="132" y="234"/>
                  </a:cubicBezTo>
                  <a:lnTo>
                    <a:pt x="122" y="23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0" name="Freeform 19">
              <a:extLst>
                <a:ext uri="{FF2B5EF4-FFF2-40B4-BE49-F238E27FC236}">
                  <a16:creationId xmlns:a16="http://schemas.microsoft.com/office/drawing/2014/main" id="{D16236D0-BFA5-48A2-86D0-1D9F6D60C7F3}"/>
                </a:ext>
              </a:extLst>
            </p:cNvPr>
            <p:cNvSpPr>
              <a:spLocks/>
            </p:cNvSpPr>
            <p:nvPr/>
          </p:nvSpPr>
          <p:spPr bwMode="auto">
            <a:xfrm>
              <a:off x="2480" y="3673"/>
              <a:ext cx="558" cy="266"/>
            </a:xfrm>
            <a:custGeom>
              <a:avLst/>
              <a:gdLst>
                <a:gd name="T0" fmla="*/ 0 w 558"/>
                <a:gd name="T1" fmla="*/ 0 h 266"/>
                <a:gd name="T2" fmla="*/ 0 w 558"/>
                <a:gd name="T3" fmla="*/ 126 h 266"/>
                <a:gd name="T4" fmla="*/ 278 w 558"/>
                <a:gd name="T5" fmla="*/ 266 h 266"/>
                <a:gd name="T6" fmla="*/ 558 w 558"/>
                <a:gd name="T7" fmla="*/ 126 h 266"/>
                <a:gd name="T8" fmla="*/ 558 w 558"/>
                <a:gd name="T9" fmla="*/ 2 h 266"/>
                <a:gd name="T10" fmla="*/ 279 w 558"/>
                <a:gd name="T11" fmla="*/ 141 h 266"/>
                <a:gd name="T12" fmla="*/ 0 w 558"/>
                <a:gd name="T13" fmla="*/ 0 h 266"/>
              </a:gdLst>
              <a:ahLst/>
              <a:cxnLst>
                <a:cxn ang="0">
                  <a:pos x="T0" y="T1"/>
                </a:cxn>
                <a:cxn ang="0">
                  <a:pos x="T2" y="T3"/>
                </a:cxn>
                <a:cxn ang="0">
                  <a:pos x="T4" y="T5"/>
                </a:cxn>
                <a:cxn ang="0">
                  <a:pos x="T6" y="T7"/>
                </a:cxn>
                <a:cxn ang="0">
                  <a:pos x="T8" y="T9"/>
                </a:cxn>
                <a:cxn ang="0">
                  <a:pos x="T10" y="T11"/>
                </a:cxn>
                <a:cxn ang="0">
                  <a:pos x="T12" y="T13"/>
                </a:cxn>
              </a:cxnLst>
              <a:rect l="0" t="0" r="r" b="b"/>
              <a:pathLst>
                <a:path w="558" h="266">
                  <a:moveTo>
                    <a:pt x="0" y="0"/>
                  </a:moveTo>
                  <a:lnTo>
                    <a:pt x="0" y="126"/>
                  </a:lnTo>
                  <a:lnTo>
                    <a:pt x="278" y="266"/>
                  </a:lnTo>
                  <a:lnTo>
                    <a:pt x="558" y="126"/>
                  </a:lnTo>
                  <a:lnTo>
                    <a:pt x="558" y="2"/>
                  </a:lnTo>
                  <a:lnTo>
                    <a:pt x="279" y="14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1" name="Freeform 20">
              <a:extLst>
                <a:ext uri="{FF2B5EF4-FFF2-40B4-BE49-F238E27FC236}">
                  <a16:creationId xmlns:a16="http://schemas.microsoft.com/office/drawing/2014/main" id="{D7B0D361-55AC-4BC2-83DF-4DBC506ECD31}"/>
                </a:ext>
              </a:extLst>
            </p:cNvPr>
            <p:cNvSpPr>
              <a:spLocks/>
            </p:cNvSpPr>
            <p:nvPr/>
          </p:nvSpPr>
          <p:spPr bwMode="auto">
            <a:xfrm>
              <a:off x="2195" y="3182"/>
              <a:ext cx="1127" cy="564"/>
            </a:xfrm>
            <a:custGeom>
              <a:avLst/>
              <a:gdLst>
                <a:gd name="T0" fmla="*/ 564 w 1127"/>
                <a:gd name="T1" fmla="*/ 0 h 564"/>
                <a:gd name="T2" fmla="*/ 0 w 1127"/>
                <a:gd name="T3" fmla="*/ 282 h 564"/>
                <a:gd name="T4" fmla="*/ 125 w 1127"/>
                <a:gd name="T5" fmla="*/ 344 h 564"/>
                <a:gd name="T6" fmla="*/ 387 w 1127"/>
                <a:gd name="T7" fmla="*/ 213 h 564"/>
                <a:gd name="T8" fmla="*/ 564 w 1127"/>
                <a:gd name="T9" fmla="*/ 125 h 564"/>
                <a:gd name="T10" fmla="*/ 878 w 1127"/>
                <a:gd name="T11" fmla="*/ 283 h 564"/>
                <a:gd name="T12" fmla="*/ 564 w 1127"/>
                <a:gd name="T13" fmla="*/ 439 h 564"/>
                <a:gd name="T14" fmla="*/ 303 w 1127"/>
                <a:gd name="T15" fmla="*/ 307 h 564"/>
                <a:gd name="T16" fmla="*/ 178 w 1127"/>
                <a:gd name="T17" fmla="*/ 370 h 564"/>
                <a:gd name="T18" fmla="*/ 563 w 1127"/>
                <a:gd name="T19" fmla="*/ 564 h 564"/>
                <a:gd name="T20" fmla="*/ 1127 w 1127"/>
                <a:gd name="T21" fmla="*/ 283 h 564"/>
                <a:gd name="T22" fmla="*/ 564 w 1127"/>
                <a:gd name="T23" fmla="*/ 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7" h="564">
                  <a:moveTo>
                    <a:pt x="564" y="0"/>
                  </a:moveTo>
                  <a:lnTo>
                    <a:pt x="0" y="282"/>
                  </a:lnTo>
                  <a:lnTo>
                    <a:pt x="125" y="344"/>
                  </a:lnTo>
                  <a:lnTo>
                    <a:pt x="387" y="213"/>
                  </a:lnTo>
                  <a:lnTo>
                    <a:pt x="564" y="125"/>
                  </a:lnTo>
                  <a:lnTo>
                    <a:pt x="878" y="283"/>
                  </a:lnTo>
                  <a:lnTo>
                    <a:pt x="564" y="439"/>
                  </a:lnTo>
                  <a:lnTo>
                    <a:pt x="303" y="307"/>
                  </a:lnTo>
                  <a:lnTo>
                    <a:pt x="178" y="370"/>
                  </a:lnTo>
                  <a:lnTo>
                    <a:pt x="563" y="564"/>
                  </a:lnTo>
                  <a:lnTo>
                    <a:pt x="1127" y="283"/>
                  </a:lnTo>
                  <a:lnTo>
                    <a:pt x="5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dirty="0">
                <a:ln>
                  <a:noFill/>
                </a:ln>
                <a:solidFill>
                  <a:srgbClr val="211F26"/>
                </a:solidFill>
                <a:effectLst/>
                <a:uLnTx/>
                <a:uFillTx/>
                <a:latin typeface="Segoe UI Light"/>
              </a:endParaRPr>
            </a:p>
          </p:txBody>
        </p:sp>
      </p:grpSp>
      <p:grpSp>
        <p:nvGrpSpPr>
          <p:cNvPr id="168" name="Groep 167">
            <a:extLst>
              <a:ext uri="{FF2B5EF4-FFF2-40B4-BE49-F238E27FC236}">
                <a16:creationId xmlns:a16="http://schemas.microsoft.com/office/drawing/2014/main" id="{14E19826-5ABD-4D11-8393-D9F79EC7D7C3}"/>
              </a:ext>
            </a:extLst>
          </p:cNvPr>
          <p:cNvGrpSpPr/>
          <p:nvPr userDrawn="1"/>
        </p:nvGrpSpPr>
        <p:grpSpPr>
          <a:xfrm>
            <a:off x="10638430" y="4452438"/>
            <a:ext cx="389069" cy="319139"/>
            <a:chOff x="1310167" y="1789089"/>
            <a:chExt cx="1799575" cy="1476123"/>
          </a:xfrm>
          <a:gradFill>
            <a:gsLst>
              <a:gs pos="0">
                <a:sysClr val="window" lastClr="FFFFFF"/>
              </a:gs>
              <a:gs pos="70000">
                <a:srgbClr val="9D9FA1"/>
              </a:gs>
            </a:gsLst>
            <a:lin ang="2700000" scaled="1"/>
          </a:gradFill>
        </p:grpSpPr>
        <p:grpSp>
          <p:nvGrpSpPr>
            <p:cNvPr id="185" name="Groep 184">
              <a:extLst>
                <a:ext uri="{FF2B5EF4-FFF2-40B4-BE49-F238E27FC236}">
                  <a16:creationId xmlns:a16="http://schemas.microsoft.com/office/drawing/2014/main" id="{AE55AEE2-1DAB-4F6F-8625-010105FB55D5}"/>
                </a:ext>
              </a:extLst>
            </p:cNvPr>
            <p:cNvGrpSpPr/>
            <p:nvPr/>
          </p:nvGrpSpPr>
          <p:grpSpPr>
            <a:xfrm>
              <a:off x="1310167" y="1900014"/>
              <a:ext cx="1563561" cy="1365198"/>
              <a:chOff x="1310167" y="1900014"/>
              <a:chExt cx="1563561" cy="1365198"/>
            </a:xfrm>
            <a:grpFill/>
          </p:grpSpPr>
          <p:sp>
            <p:nvSpPr>
              <p:cNvPr id="187" name="Vrije vorm: vorm 186">
                <a:extLst>
                  <a:ext uri="{FF2B5EF4-FFF2-40B4-BE49-F238E27FC236}">
                    <a16:creationId xmlns:a16="http://schemas.microsoft.com/office/drawing/2014/main" id="{3B2A4102-9B0E-49D6-AA9D-52D9CB5D2EA8}"/>
                  </a:ext>
                </a:extLst>
              </p:cNvPr>
              <p:cNvSpPr/>
              <p:nvPr/>
            </p:nvSpPr>
            <p:spPr>
              <a:xfrm>
                <a:off x="1310167" y="2176165"/>
                <a:ext cx="1563561" cy="1089047"/>
              </a:xfrm>
              <a:custGeom>
                <a:avLst/>
                <a:gdLst>
                  <a:gd name="connsiteX0" fmla="*/ 1402926 w 1563560"/>
                  <a:gd name="connsiteY0" fmla="*/ 482681 h 1089047"/>
                  <a:gd name="connsiteX1" fmla="*/ 1367143 w 1563560"/>
                  <a:gd name="connsiteY1" fmla="*/ 481126 h 1089047"/>
                  <a:gd name="connsiteX2" fmla="*/ 1367143 w 1563560"/>
                  <a:gd name="connsiteY2" fmla="*/ 895742 h 1089047"/>
                  <a:gd name="connsiteX3" fmla="*/ 200307 w 1563560"/>
                  <a:gd name="connsiteY3" fmla="*/ 895742 h 1089047"/>
                  <a:gd name="connsiteX4" fmla="*/ 200307 w 1563560"/>
                  <a:gd name="connsiteY4" fmla="*/ 5834 h 1089047"/>
                  <a:gd name="connsiteX5" fmla="*/ 5834 w 1563560"/>
                  <a:gd name="connsiteY5" fmla="*/ 5834 h 1089047"/>
                  <a:gd name="connsiteX6" fmla="*/ 5834 w 1563560"/>
                  <a:gd name="connsiteY6" fmla="*/ 1090992 h 1089047"/>
                  <a:gd name="connsiteX7" fmla="*/ 1561616 w 1563560"/>
                  <a:gd name="connsiteY7" fmla="*/ 1090992 h 1089047"/>
                  <a:gd name="connsiteX8" fmla="*/ 1561616 w 1563560"/>
                  <a:gd name="connsiteY8" fmla="*/ 455455 h 1089047"/>
                  <a:gd name="connsiteX9" fmla="*/ 1402926 w 1563560"/>
                  <a:gd name="connsiteY9" fmla="*/ 482681 h 108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3560" h="1089047">
                    <a:moveTo>
                      <a:pt x="1402926" y="482681"/>
                    </a:moveTo>
                    <a:cubicBezTo>
                      <a:pt x="1390480" y="482681"/>
                      <a:pt x="1378812" y="481903"/>
                      <a:pt x="1367143" y="481126"/>
                    </a:cubicBezTo>
                    <a:lnTo>
                      <a:pt x="1367143" y="895742"/>
                    </a:lnTo>
                    <a:lnTo>
                      <a:pt x="200307" y="895742"/>
                    </a:lnTo>
                    <a:lnTo>
                      <a:pt x="200307" y="5834"/>
                    </a:lnTo>
                    <a:lnTo>
                      <a:pt x="5834" y="5834"/>
                    </a:lnTo>
                    <a:lnTo>
                      <a:pt x="5834" y="1090992"/>
                    </a:lnTo>
                    <a:lnTo>
                      <a:pt x="1561616" y="1090992"/>
                    </a:lnTo>
                    <a:lnTo>
                      <a:pt x="1561616" y="455455"/>
                    </a:lnTo>
                    <a:cubicBezTo>
                      <a:pt x="1511831" y="473347"/>
                      <a:pt x="1458934" y="482681"/>
                      <a:pt x="1402926" y="482681"/>
                    </a:cubicBez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sp>
            <p:nvSpPr>
              <p:cNvPr id="188" name="Vrije vorm: vorm 187">
                <a:extLst>
                  <a:ext uri="{FF2B5EF4-FFF2-40B4-BE49-F238E27FC236}">
                    <a16:creationId xmlns:a16="http://schemas.microsoft.com/office/drawing/2014/main" id="{8627C38F-9346-40C2-B986-C8E0F7AF82BC}"/>
                  </a:ext>
                </a:extLst>
              </p:cNvPr>
              <p:cNvSpPr/>
              <p:nvPr/>
            </p:nvSpPr>
            <p:spPr>
              <a:xfrm>
                <a:off x="1310167" y="1900014"/>
                <a:ext cx="1026816" cy="202252"/>
              </a:xfrm>
              <a:custGeom>
                <a:avLst/>
                <a:gdLst>
                  <a:gd name="connsiteX0" fmla="*/ 937747 w 1026815"/>
                  <a:gd name="connsiteY0" fmla="*/ 200307 h 202251"/>
                  <a:gd name="connsiteX1" fmla="*/ 1021760 w 1026815"/>
                  <a:gd name="connsiteY1" fmla="*/ 5834 h 202251"/>
                  <a:gd name="connsiteX2" fmla="*/ 5834 w 1026815"/>
                  <a:gd name="connsiteY2" fmla="*/ 5834 h 202251"/>
                  <a:gd name="connsiteX3" fmla="*/ 5834 w 1026815"/>
                  <a:gd name="connsiteY3" fmla="*/ 200307 h 202251"/>
                  <a:gd name="connsiteX4" fmla="*/ 937747 w 1026815"/>
                  <a:gd name="connsiteY4" fmla="*/ 200307 h 20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815" h="202251">
                    <a:moveTo>
                      <a:pt x="937747" y="200307"/>
                    </a:moveTo>
                    <a:cubicBezTo>
                      <a:pt x="950972" y="128741"/>
                      <a:pt x="980531" y="62620"/>
                      <a:pt x="1021760" y="5834"/>
                    </a:cubicBezTo>
                    <a:lnTo>
                      <a:pt x="5834" y="5834"/>
                    </a:lnTo>
                    <a:lnTo>
                      <a:pt x="5834" y="200307"/>
                    </a:lnTo>
                    <a:lnTo>
                      <a:pt x="937747" y="200307"/>
                    </a:ln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86" name="Vrije vorm: vorm 185">
              <a:extLst>
                <a:ext uri="{FF2B5EF4-FFF2-40B4-BE49-F238E27FC236}">
                  <a16:creationId xmlns:a16="http://schemas.microsoft.com/office/drawing/2014/main" id="{E945BD1F-49E0-42ED-B66A-364A22D10020}"/>
                </a:ext>
              </a:extLst>
            </p:cNvPr>
            <p:cNvSpPr/>
            <p:nvPr/>
          </p:nvSpPr>
          <p:spPr>
            <a:xfrm>
              <a:off x="2316293" y="1789089"/>
              <a:ext cx="793449" cy="793449"/>
            </a:xfrm>
            <a:custGeom>
              <a:avLst/>
              <a:gdLst>
                <a:gd name="connsiteX0" fmla="*/ 396801 w 793448"/>
                <a:gd name="connsiteY0" fmla="*/ 4743 h 793448"/>
                <a:gd name="connsiteX1" fmla="*/ 4743 w 793448"/>
                <a:gd name="connsiteY1" fmla="*/ 396801 h 793448"/>
                <a:gd name="connsiteX2" fmla="*/ 396801 w 793448"/>
                <a:gd name="connsiteY2" fmla="*/ 788858 h 793448"/>
                <a:gd name="connsiteX3" fmla="*/ 788857 w 793448"/>
                <a:gd name="connsiteY3" fmla="*/ 396801 h 793448"/>
                <a:gd name="connsiteX4" fmla="*/ 396801 w 793448"/>
                <a:gd name="connsiteY4" fmla="*/ 4743 h 793448"/>
                <a:gd name="connsiteX5" fmla="*/ 649615 w 793448"/>
                <a:gd name="connsiteY5" fmla="*/ 455142 h 793448"/>
                <a:gd name="connsiteX6" fmla="*/ 455142 w 793448"/>
                <a:gd name="connsiteY6" fmla="*/ 455142 h 793448"/>
                <a:gd name="connsiteX7" fmla="*/ 455142 w 793448"/>
                <a:gd name="connsiteY7" fmla="*/ 649615 h 793448"/>
                <a:gd name="connsiteX8" fmla="*/ 338459 w 793448"/>
                <a:gd name="connsiteY8" fmla="*/ 649615 h 793448"/>
                <a:gd name="connsiteX9" fmla="*/ 338459 w 793448"/>
                <a:gd name="connsiteY9" fmla="*/ 455142 h 793448"/>
                <a:gd name="connsiteX10" fmla="*/ 143986 w 793448"/>
                <a:gd name="connsiteY10" fmla="*/ 455142 h 793448"/>
                <a:gd name="connsiteX11" fmla="*/ 143986 w 793448"/>
                <a:gd name="connsiteY11" fmla="*/ 338459 h 793448"/>
                <a:gd name="connsiteX12" fmla="*/ 338459 w 793448"/>
                <a:gd name="connsiteY12" fmla="*/ 338459 h 793448"/>
                <a:gd name="connsiteX13" fmla="*/ 338459 w 793448"/>
                <a:gd name="connsiteY13" fmla="*/ 143986 h 793448"/>
                <a:gd name="connsiteX14" fmla="*/ 455142 w 793448"/>
                <a:gd name="connsiteY14" fmla="*/ 143986 h 793448"/>
                <a:gd name="connsiteX15" fmla="*/ 455142 w 793448"/>
                <a:gd name="connsiteY15" fmla="*/ 338459 h 793448"/>
                <a:gd name="connsiteX16" fmla="*/ 649615 w 793448"/>
                <a:gd name="connsiteY16" fmla="*/ 338459 h 793448"/>
                <a:gd name="connsiteX17" fmla="*/ 649615 w 793448"/>
                <a:gd name="connsiteY17" fmla="*/ 455142 h 79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93448" h="793448">
                  <a:moveTo>
                    <a:pt x="396801" y="4743"/>
                  </a:moveTo>
                  <a:cubicBezTo>
                    <a:pt x="180547" y="4743"/>
                    <a:pt x="4743" y="180547"/>
                    <a:pt x="4743" y="396801"/>
                  </a:cubicBezTo>
                  <a:cubicBezTo>
                    <a:pt x="4743" y="613054"/>
                    <a:pt x="180547" y="788858"/>
                    <a:pt x="396801" y="788858"/>
                  </a:cubicBezTo>
                  <a:cubicBezTo>
                    <a:pt x="613054" y="788858"/>
                    <a:pt x="788857" y="613054"/>
                    <a:pt x="788857" y="396801"/>
                  </a:cubicBezTo>
                  <a:cubicBezTo>
                    <a:pt x="788857" y="180547"/>
                    <a:pt x="613054" y="4743"/>
                    <a:pt x="396801" y="4743"/>
                  </a:cubicBezTo>
                  <a:close/>
                  <a:moveTo>
                    <a:pt x="649615" y="455142"/>
                  </a:moveTo>
                  <a:lnTo>
                    <a:pt x="455142" y="455142"/>
                  </a:lnTo>
                  <a:lnTo>
                    <a:pt x="455142" y="649615"/>
                  </a:lnTo>
                  <a:lnTo>
                    <a:pt x="338459" y="649615"/>
                  </a:lnTo>
                  <a:lnTo>
                    <a:pt x="338459" y="455142"/>
                  </a:lnTo>
                  <a:lnTo>
                    <a:pt x="143986" y="455142"/>
                  </a:lnTo>
                  <a:lnTo>
                    <a:pt x="143986" y="338459"/>
                  </a:lnTo>
                  <a:lnTo>
                    <a:pt x="338459" y="338459"/>
                  </a:lnTo>
                  <a:lnTo>
                    <a:pt x="338459" y="143986"/>
                  </a:lnTo>
                  <a:lnTo>
                    <a:pt x="455142" y="143986"/>
                  </a:lnTo>
                  <a:lnTo>
                    <a:pt x="455142" y="338459"/>
                  </a:lnTo>
                  <a:lnTo>
                    <a:pt x="649615" y="338459"/>
                  </a:lnTo>
                  <a:lnTo>
                    <a:pt x="649615" y="455142"/>
                  </a:lnTo>
                  <a:close/>
                </a:path>
              </a:pathLst>
            </a:custGeom>
            <a:solidFill>
              <a:srgbClr val="1FF524"/>
            </a:solidFill>
            <a:ln w="7744"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49" name="Rechthoek 148">
            <a:extLst>
              <a:ext uri="{FF2B5EF4-FFF2-40B4-BE49-F238E27FC236}">
                <a16:creationId xmlns:a16="http://schemas.microsoft.com/office/drawing/2014/main" id="{422D4B0C-BEE2-4072-B0BB-29E0DB0CFB3B}"/>
              </a:ext>
            </a:extLst>
          </p:cNvPr>
          <p:cNvSpPr/>
          <p:nvPr userDrawn="1"/>
        </p:nvSpPr>
        <p:spPr>
          <a:xfrm>
            <a:off x="8002077"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0" name="Ovaal 149">
            <a:extLst>
              <a:ext uri="{FF2B5EF4-FFF2-40B4-BE49-F238E27FC236}">
                <a16:creationId xmlns:a16="http://schemas.microsoft.com/office/drawing/2014/main" id="{F5E3A984-8658-4F58-80E8-5AA86523A1B3}"/>
              </a:ext>
            </a:extLst>
          </p:cNvPr>
          <p:cNvSpPr/>
          <p:nvPr/>
        </p:nvSpPr>
        <p:spPr>
          <a:xfrm>
            <a:off x="8383926" y="2456748"/>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1" name="H2">
            <a:extLst>
              <a:ext uri="{FF2B5EF4-FFF2-40B4-BE49-F238E27FC236}">
                <a16:creationId xmlns:a16="http://schemas.microsoft.com/office/drawing/2014/main" id="{A0D2E567-81AF-4E45-BC76-3259315168AA}"/>
              </a:ext>
            </a:extLst>
          </p:cNvPr>
          <p:cNvSpPr txBox="1"/>
          <p:nvPr/>
        </p:nvSpPr>
        <p:spPr>
          <a:xfrm>
            <a:off x="8009802" y="3429486"/>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Alles in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één huisstijl</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7" name="Huisstijl/ vormgeven">
            <a:extLst>
              <a:ext uri="{FF2B5EF4-FFF2-40B4-BE49-F238E27FC236}">
                <a16:creationId xmlns:a16="http://schemas.microsoft.com/office/drawing/2014/main" id="{91557FEC-BF35-497E-A2E3-3015423F8B85}"/>
              </a:ext>
            </a:extLst>
          </p:cNvPr>
          <p:cNvGrpSpPr>
            <a:grpSpLocks noChangeAspect="1"/>
          </p:cNvGrpSpPr>
          <p:nvPr userDrawn="1"/>
        </p:nvGrpSpPr>
        <p:grpSpPr bwMode="auto">
          <a:xfrm>
            <a:off x="8622341" y="2698133"/>
            <a:ext cx="320025" cy="318034"/>
            <a:chOff x="6652" y="3058"/>
            <a:chExt cx="1125" cy="1118"/>
          </a:xfrm>
          <a:gradFill>
            <a:gsLst>
              <a:gs pos="0">
                <a:sysClr val="window" lastClr="FFFFFF"/>
              </a:gs>
              <a:gs pos="70000">
                <a:srgbClr val="9D9FA1"/>
              </a:gs>
            </a:gsLst>
            <a:lin ang="2700000" scaled="1"/>
          </a:gradFill>
        </p:grpSpPr>
        <p:sp>
          <p:nvSpPr>
            <p:cNvPr id="192" name="Freeform 5">
              <a:extLst>
                <a:ext uri="{FF2B5EF4-FFF2-40B4-BE49-F238E27FC236}">
                  <a16:creationId xmlns:a16="http://schemas.microsoft.com/office/drawing/2014/main" id="{680AFFE2-E838-49D6-AE3C-6D09DE55E7F8}"/>
                </a:ext>
              </a:extLst>
            </p:cNvPr>
            <p:cNvSpPr>
              <a:spLocks/>
            </p:cNvSpPr>
            <p:nvPr/>
          </p:nvSpPr>
          <p:spPr bwMode="auto">
            <a:xfrm>
              <a:off x="6656" y="4047"/>
              <a:ext cx="122" cy="124"/>
            </a:xfrm>
            <a:custGeom>
              <a:avLst/>
              <a:gdLst>
                <a:gd name="T0" fmla="*/ 122 w 122"/>
                <a:gd name="T1" fmla="*/ 86 h 124"/>
                <a:gd name="T2" fmla="*/ 0 w 122"/>
                <a:gd name="T3" fmla="*/ 124 h 124"/>
                <a:gd name="T4" fmla="*/ 37 w 122"/>
                <a:gd name="T5" fmla="*/ 0 h 124"/>
                <a:gd name="T6" fmla="*/ 122 w 122"/>
                <a:gd name="T7" fmla="*/ 86 h 124"/>
              </a:gdLst>
              <a:ahLst/>
              <a:cxnLst>
                <a:cxn ang="0">
                  <a:pos x="T0" y="T1"/>
                </a:cxn>
                <a:cxn ang="0">
                  <a:pos x="T2" y="T3"/>
                </a:cxn>
                <a:cxn ang="0">
                  <a:pos x="T4" y="T5"/>
                </a:cxn>
                <a:cxn ang="0">
                  <a:pos x="T6" y="T7"/>
                </a:cxn>
              </a:cxnLst>
              <a:rect l="0" t="0" r="r" b="b"/>
              <a:pathLst>
                <a:path w="122" h="124">
                  <a:moveTo>
                    <a:pt x="122" y="86"/>
                  </a:moveTo>
                  <a:lnTo>
                    <a:pt x="0" y="124"/>
                  </a:lnTo>
                  <a:lnTo>
                    <a:pt x="37" y="0"/>
                  </a:lnTo>
                  <a:lnTo>
                    <a:pt x="122" y="86"/>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3" name="Freeform 6">
              <a:extLst>
                <a:ext uri="{FF2B5EF4-FFF2-40B4-BE49-F238E27FC236}">
                  <a16:creationId xmlns:a16="http://schemas.microsoft.com/office/drawing/2014/main" id="{E1616D13-A4AF-48FF-BD7F-55EF68BA2D57}"/>
                </a:ext>
              </a:extLst>
            </p:cNvPr>
            <p:cNvSpPr>
              <a:spLocks/>
            </p:cNvSpPr>
            <p:nvPr/>
          </p:nvSpPr>
          <p:spPr bwMode="auto">
            <a:xfrm>
              <a:off x="7165" y="3576"/>
              <a:ext cx="600" cy="600"/>
            </a:xfrm>
            <a:custGeom>
              <a:avLst/>
              <a:gdLst>
                <a:gd name="T0" fmla="*/ 244 w 600"/>
                <a:gd name="T1" fmla="*/ 0 h 600"/>
                <a:gd name="T2" fmla="*/ 184 w 600"/>
                <a:gd name="T3" fmla="*/ 60 h 600"/>
                <a:gd name="T4" fmla="*/ 219 w 600"/>
                <a:gd name="T5" fmla="*/ 96 h 600"/>
                <a:gd name="T6" fmla="*/ 195 w 600"/>
                <a:gd name="T7" fmla="*/ 121 h 600"/>
                <a:gd name="T8" fmla="*/ 245 w 600"/>
                <a:gd name="T9" fmla="*/ 173 h 600"/>
                <a:gd name="T10" fmla="*/ 271 w 600"/>
                <a:gd name="T11" fmla="*/ 148 h 600"/>
                <a:gd name="T12" fmla="*/ 305 w 600"/>
                <a:gd name="T13" fmla="*/ 182 h 600"/>
                <a:gd name="T14" fmla="*/ 279 w 600"/>
                <a:gd name="T15" fmla="*/ 207 h 600"/>
                <a:gd name="T16" fmla="*/ 332 w 600"/>
                <a:gd name="T17" fmla="*/ 258 h 600"/>
                <a:gd name="T18" fmla="*/ 356 w 600"/>
                <a:gd name="T19" fmla="*/ 234 h 600"/>
                <a:gd name="T20" fmla="*/ 391 w 600"/>
                <a:gd name="T21" fmla="*/ 268 h 600"/>
                <a:gd name="T22" fmla="*/ 366 w 600"/>
                <a:gd name="T23" fmla="*/ 294 h 600"/>
                <a:gd name="T24" fmla="*/ 417 w 600"/>
                <a:gd name="T25" fmla="*/ 345 h 600"/>
                <a:gd name="T26" fmla="*/ 442 w 600"/>
                <a:gd name="T27" fmla="*/ 319 h 600"/>
                <a:gd name="T28" fmla="*/ 479 w 600"/>
                <a:gd name="T29" fmla="*/ 356 h 600"/>
                <a:gd name="T30" fmla="*/ 356 w 600"/>
                <a:gd name="T31" fmla="*/ 477 h 600"/>
                <a:gd name="T32" fmla="*/ 62 w 600"/>
                <a:gd name="T33" fmla="*/ 182 h 600"/>
                <a:gd name="T34" fmla="*/ 0 w 600"/>
                <a:gd name="T35" fmla="*/ 244 h 600"/>
                <a:gd name="T36" fmla="*/ 356 w 600"/>
                <a:gd name="T37" fmla="*/ 600 h 600"/>
                <a:gd name="T38" fmla="*/ 600 w 600"/>
                <a:gd name="T39" fmla="*/ 356 h 600"/>
                <a:gd name="T40" fmla="*/ 244 w 600"/>
                <a:gd name="T41" fmla="*/ 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0" h="600">
                  <a:moveTo>
                    <a:pt x="244" y="0"/>
                  </a:moveTo>
                  <a:lnTo>
                    <a:pt x="184" y="60"/>
                  </a:lnTo>
                  <a:lnTo>
                    <a:pt x="219" y="96"/>
                  </a:lnTo>
                  <a:lnTo>
                    <a:pt x="195" y="121"/>
                  </a:lnTo>
                  <a:lnTo>
                    <a:pt x="245" y="173"/>
                  </a:lnTo>
                  <a:lnTo>
                    <a:pt x="271" y="148"/>
                  </a:lnTo>
                  <a:lnTo>
                    <a:pt x="305" y="182"/>
                  </a:lnTo>
                  <a:lnTo>
                    <a:pt x="279" y="207"/>
                  </a:lnTo>
                  <a:lnTo>
                    <a:pt x="332" y="258"/>
                  </a:lnTo>
                  <a:lnTo>
                    <a:pt x="356" y="234"/>
                  </a:lnTo>
                  <a:lnTo>
                    <a:pt x="391" y="268"/>
                  </a:lnTo>
                  <a:lnTo>
                    <a:pt x="366" y="294"/>
                  </a:lnTo>
                  <a:lnTo>
                    <a:pt x="417" y="345"/>
                  </a:lnTo>
                  <a:lnTo>
                    <a:pt x="442" y="319"/>
                  </a:lnTo>
                  <a:lnTo>
                    <a:pt x="479" y="356"/>
                  </a:lnTo>
                  <a:lnTo>
                    <a:pt x="356" y="477"/>
                  </a:lnTo>
                  <a:lnTo>
                    <a:pt x="62" y="182"/>
                  </a:lnTo>
                  <a:lnTo>
                    <a:pt x="0" y="244"/>
                  </a:lnTo>
                  <a:lnTo>
                    <a:pt x="356" y="600"/>
                  </a:lnTo>
                  <a:lnTo>
                    <a:pt x="600" y="356"/>
                  </a:lnTo>
                  <a:lnTo>
                    <a:pt x="24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4" name="Freeform 7">
              <a:extLst>
                <a:ext uri="{FF2B5EF4-FFF2-40B4-BE49-F238E27FC236}">
                  <a16:creationId xmlns:a16="http://schemas.microsoft.com/office/drawing/2014/main" id="{530671E8-D46A-4559-A957-7888DC4685DE}"/>
                </a:ext>
              </a:extLst>
            </p:cNvPr>
            <p:cNvSpPr>
              <a:spLocks/>
            </p:cNvSpPr>
            <p:nvPr/>
          </p:nvSpPr>
          <p:spPr bwMode="auto">
            <a:xfrm>
              <a:off x="6652" y="3060"/>
              <a:ext cx="601" cy="602"/>
            </a:xfrm>
            <a:custGeom>
              <a:avLst/>
              <a:gdLst>
                <a:gd name="T0" fmla="*/ 601 w 601"/>
                <a:gd name="T1" fmla="*/ 358 h 602"/>
                <a:gd name="T2" fmla="*/ 244 w 601"/>
                <a:gd name="T3" fmla="*/ 0 h 602"/>
                <a:gd name="T4" fmla="*/ 0 w 601"/>
                <a:gd name="T5" fmla="*/ 245 h 602"/>
                <a:gd name="T6" fmla="*/ 357 w 601"/>
                <a:gd name="T7" fmla="*/ 602 h 602"/>
                <a:gd name="T8" fmla="*/ 417 w 601"/>
                <a:gd name="T9" fmla="*/ 541 h 602"/>
                <a:gd name="T10" fmla="*/ 123 w 601"/>
                <a:gd name="T11" fmla="*/ 245 h 602"/>
                <a:gd name="T12" fmla="*/ 244 w 601"/>
                <a:gd name="T13" fmla="*/ 123 h 602"/>
                <a:gd name="T14" fmla="*/ 280 w 601"/>
                <a:gd name="T15" fmla="*/ 160 h 602"/>
                <a:gd name="T16" fmla="*/ 255 w 601"/>
                <a:gd name="T17" fmla="*/ 185 h 602"/>
                <a:gd name="T18" fmla="*/ 307 w 601"/>
                <a:gd name="T19" fmla="*/ 236 h 602"/>
                <a:gd name="T20" fmla="*/ 333 w 601"/>
                <a:gd name="T21" fmla="*/ 212 h 602"/>
                <a:gd name="T22" fmla="*/ 366 w 601"/>
                <a:gd name="T23" fmla="*/ 246 h 602"/>
                <a:gd name="T24" fmla="*/ 341 w 601"/>
                <a:gd name="T25" fmla="*/ 271 h 602"/>
                <a:gd name="T26" fmla="*/ 393 w 601"/>
                <a:gd name="T27" fmla="*/ 322 h 602"/>
                <a:gd name="T28" fmla="*/ 417 w 601"/>
                <a:gd name="T29" fmla="*/ 297 h 602"/>
                <a:gd name="T30" fmla="*/ 453 w 601"/>
                <a:gd name="T31" fmla="*/ 332 h 602"/>
                <a:gd name="T32" fmla="*/ 427 w 601"/>
                <a:gd name="T33" fmla="*/ 356 h 602"/>
                <a:gd name="T34" fmla="*/ 478 w 601"/>
                <a:gd name="T35" fmla="*/ 409 h 602"/>
                <a:gd name="T36" fmla="*/ 504 w 601"/>
                <a:gd name="T37" fmla="*/ 383 h 602"/>
                <a:gd name="T38" fmla="*/ 539 w 601"/>
                <a:gd name="T39" fmla="*/ 418 h 602"/>
                <a:gd name="T40" fmla="*/ 601 w 601"/>
                <a:gd name="T41" fmla="*/ 358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1" h="602">
                  <a:moveTo>
                    <a:pt x="601" y="358"/>
                  </a:moveTo>
                  <a:lnTo>
                    <a:pt x="244" y="0"/>
                  </a:lnTo>
                  <a:lnTo>
                    <a:pt x="0" y="245"/>
                  </a:lnTo>
                  <a:lnTo>
                    <a:pt x="357" y="602"/>
                  </a:lnTo>
                  <a:lnTo>
                    <a:pt x="417" y="541"/>
                  </a:lnTo>
                  <a:lnTo>
                    <a:pt x="123" y="245"/>
                  </a:lnTo>
                  <a:lnTo>
                    <a:pt x="244" y="123"/>
                  </a:lnTo>
                  <a:lnTo>
                    <a:pt x="280" y="160"/>
                  </a:lnTo>
                  <a:lnTo>
                    <a:pt x="255" y="185"/>
                  </a:lnTo>
                  <a:lnTo>
                    <a:pt x="307" y="236"/>
                  </a:lnTo>
                  <a:lnTo>
                    <a:pt x="333" y="212"/>
                  </a:lnTo>
                  <a:lnTo>
                    <a:pt x="366" y="246"/>
                  </a:lnTo>
                  <a:lnTo>
                    <a:pt x="341" y="271"/>
                  </a:lnTo>
                  <a:lnTo>
                    <a:pt x="393" y="322"/>
                  </a:lnTo>
                  <a:lnTo>
                    <a:pt x="417" y="297"/>
                  </a:lnTo>
                  <a:lnTo>
                    <a:pt x="453" y="332"/>
                  </a:lnTo>
                  <a:lnTo>
                    <a:pt x="427" y="356"/>
                  </a:lnTo>
                  <a:lnTo>
                    <a:pt x="478" y="409"/>
                  </a:lnTo>
                  <a:lnTo>
                    <a:pt x="504" y="383"/>
                  </a:lnTo>
                  <a:lnTo>
                    <a:pt x="539" y="418"/>
                  </a:lnTo>
                  <a:lnTo>
                    <a:pt x="601" y="3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5" name="Freeform 8">
              <a:extLst>
                <a:ext uri="{FF2B5EF4-FFF2-40B4-BE49-F238E27FC236}">
                  <a16:creationId xmlns:a16="http://schemas.microsoft.com/office/drawing/2014/main" id="{465C6C9B-21CA-4ECA-BEEB-E483DDB9B418}"/>
                </a:ext>
              </a:extLst>
            </p:cNvPr>
            <p:cNvSpPr>
              <a:spLocks noEditPoints="1"/>
            </p:cNvSpPr>
            <p:nvPr/>
          </p:nvSpPr>
          <p:spPr bwMode="auto">
            <a:xfrm>
              <a:off x="6731" y="3058"/>
              <a:ext cx="1046" cy="1038"/>
            </a:xfrm>
            <a:custGeom>
              <a:avLst/>
              <a:gdLst>
                <a:gd name="T0" fmla="*/ 960 w 1046"/>
                <a:gd name="T1" fmla="*/ 0 h 1038"/>
                <a:gd name="T2" fmla="*/ 0 w 1046"/>
                <a:gd name="T3" fmla="*/ 951 h 1038"/>
                <a:gd name="T4" fmla="*/ 85 w 1046"/>
                <a:gd name="T5" fmla="*/ 1038 h 1038"/>
                <a:gd name="T6" fmla="*/ 1046 w 1046"/>
                <a:gd name="T7" fmla="*/ 86 h 1038"/>
                <a:gd name="T8" fmla="*/ 960 w 1046"/>
                <a:gd name="T9" fmla="*/ 0 h 1038"/>
                <a:gd name="T10" fmla="*/ 699 w 1046"/>
                <a:gd name="T11" fmla="*/ 383 h 1038"/>
                <a:gd name="T12" fmla="*/ 663 w 1046"/>
                <a:gd name="T13" fmla="*/ 346 h 1038"/>
                <a:gd name="T14" fmla="*/ 880 w 1046"/>
                <a:gd name="T15" fmla="*/ 129 h 1038"/>
                <a:gd name="T16" fmla="*/ 916 w 1046"/>
                <a:gd name="T17" fmla="*/ 165 h 1038"/>
                <a:gd name="T18" fmla="*/ 699 w 1046"/>
                <a:gd name="T19" fmla="*/ 38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6" h="1038">
                  <a:moveTo>
                    <a:pt x="960" y="0"/>
                  </a:moveTo>
                  <a:lnTo>
                    <a:pt x="0" y="951"/>
                  </a:lnTo>
                  <a:lnTo>
                    <a:pt x="85" y="1038"/>
                  </a:lnTo>
                  <a:lnTo>
                    <a:pt x="1046" y="86"/>
                  </a:lnTo>
                  <a:lnTo>
                    <a:pt x="960" y="0"/>
                  </a:lnTo>
                  <a:close/>
                  <a:moveTo>
                    <a:pt x="699" y="383"/>
                  </a:moveTo>
                  <a:lnTo>
                    <a:pt x="663" y="346"/>
                  </a:lnTo>
                  <a:lnTo>
                    <a:pt x="880" y="129"/>
                  </a:lnTo>
                  <a:lnTo>
                    <a:pt x="916" y="165"/>
                  </a:lnTo>
                  <a:lnTo>
                    <a:pt x="699" y="3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58" name="Rechthoek 157">
            <a:extLst>
              <a:ext uri="{FF2B5EF4-FFF2-40B4-BE49-F238E27FC236}">
                <a16:creationId xmlns:a16="http://schemas.microsoft.com/office/drawing/2014/main" id="{44E12210-B1E4-4230-968D-4E842805FB18}"/>
              </a:ext>
            </a:extLst>
          </p:cNvPr>
          <p:cNvSpPr/>
          <p:nvPr userDrawn="1"/>
        </p:nvSpPr>
        <p:spPr>
          <a:xfrm>
            <a:off x="10052688"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1" name="Ovaal 160">
            <a:extLst>
              <a:ext uri="{FF2B5EF4-FFF2-40B4-BE49-F238E27FC236}">
                <a16:creationId xmlns:a16="http://schemas.microsoft.com/office/drawing/2014/main" id="{E268E9F3-250E-4EC1-9C63-DD2E209E9CEE}"/>
              </a:ext>
            </a:extLst>
          </p:cNvPr>
          <p:cNvSpPr/>
          <p:nvPr/>
        </p:nvSpPr>
        <p:spPr>
          <a:xfrm>
            <a:off x="10434537" y="2460320"/>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2" name="H2">
            <a:extLst>
              <a:ext uri="{FF2B5EF4-FFF2-40B4-BE49-F238E27FC236}">
                <a16:creationId xmlns:a16="http://schemas.microsoft.com/office/drawing/2014/main" id="{70E6EADA-50C8-44A3-8C0C-8C31238E497B}"/>
              </a:ext>
            </a:extLst>
          </p:cNvPr>
          <p:cNvSpPr txBox="1"/>
          <p:nvPr/>
        </p:nvSpPr>
        <p:spPr>
          <a:xfrm>
            <a:off x="9890306" y="3431168"/>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Impactvolle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slides</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69" name="Kwaliteit">
            <a:extLst>
              <a:ext uri="{FF2B5EF4-FFF2-40B4-BE49-F238E27FC236}">
                <a16:creationId xmlns:a16="http://schemas.microsoft.com/office/drawing/2014/main" id="{E3F02A65-B177-453E-B629-DE45DEE46D40}"/>
              </a:ext>
            </a:extLst>
          </p:cNvPr>
          <p:cNvGrpSpPr>
            <a:grpSpLocks noChangeAspect="1"/>
          </p:cNvGrpSpPr>
          <p:nvPr userDrawn="1"/>
        </p:nvGrpSpPr>
        <p:grpSpPr bwMode="auto">
          <a:xfrm>
            <a:off x="10624433" y="2666366"/>
            <a:ext cx="417062" cy="414092"/>
            <a:chOff x="4707" y="1042"/>
            <a:chExt cx="1124" cy="1116"/>
          </a:xfrm>
          <a:gradFill>
            <a:gsLst>
              <a:gs pos="0">
                <a:sysClr val="window" lastClr="FFFFFF"/>
              </a:gs>
              <a:gs pos="70000">
                <a:srgbClr val="9D9FA1"/>
              </a:gs>
            </a:gsLst>
            <a:lin ang="2700000" scaled="1"/>
          </a:gradFill>
        </p:grpSpPr>
        <p:sp>
          <p:nvSpPr>
            <p:cNvPr id="180" name="Freeform 44">
              <a:extLst>
                <a:ext uri="{FF2B5EF4-FFF2-40B4-BE49-F238E27FC236}">
                  <a16:creationId xmlns:a16="http://schemas.microsoft.com/office/drawing/2014/main" id="{0A689BAA-03D6-431C-9984-9BA4BC481532}"/>
                </a:ext>
              </a:extLst>
            </p:cNvPr>
            <p:cNvSpPr>
              <a:spLocks/>
            </p:cNvSpPr>
            <p:nvPr/>
          </p:nvSpPr>
          <p:spPr bwMode="auto">
            <a:xfrm>
              <a:off x="4707" y="1716"/>
              <a:ext cx="503" cy="442"/>
            </a:xfrm>
            <a:custGeom>
              <a:avLst/>
              <a:gdLst>
                <a:gd name="T0" fmla="*/ 405 w 451"/>
                <a:gd name="T1" fmla="*/ 136 h 396"/>
                <a:gd name="T2" fmla="*/ 382 w 451"/>
                <a:gd name="T3" fmla="*/ 129 h 396"/>
                <a:gd name="T4" fmla="*/ 264 w 451"/>
                <a:gd name="T5" fmla="*/ 250 h 396"/>
                <a:gd name="T6" fmla="*/ 264 w 451"/>
                <a:gd name="T7" fmla="*/ 197 h 396"/>
                <a:gd name="T8" fmla="*/ 264 w 451"/>
                <a:gd name="T9" fmla="*/ 137 h 396"/>
                <a:gd name="T10" fmla="*/ 204 w 451"/>
                <a:gd name="T11" fmla="*/ 137 h 396"/>
                <a:gd name="T12" fmla="*/ 144 w 451"/>
                <a:gd name="T13" fmla="*/ 137 h 396"/>
                <a:gd name="T14" fmla="*/ 238 w 451"/>
                <a:gd name="T15" fmla="*/ 44 h 396"/>
                <a:gd name="T16" fmla="*/ 197 w 451"/>
                <a:gd name="T17" fmla="*/ 0 h 396"/>
                <a:gd name="T18" fmla="*/ 0 w 451"/>
                <a:gd name="T19" fmla="*/ 197 h 396"/>
                <a:gd name="T20" fmla="*/ 204 w 451"/>
                <a:gd name="T21" fmla="*/ 197 h 396"/>
                <a:gd name="T22" fmla="*/ 204 w 451"/>
                <a:gd name="T23" fmla="*/ 396 h 396"/>
                <a:gd name="T24" fmla="*/ 451 w 451"/>
                <a:gd name="T25" fmla="*/ 145 h 396"/>
                <a:gd name="T26" fmla="*/ 405 w 451"/>
                <a:gd name="T27" fmla="*/ 13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1" h="396">
                  <a:moveTo>
                    <a:pt x="405" y="136"/>
                  </a:moveTo>
                  <a:cubicBezTo>
                    <a:pt x="397" y="134"/>
                    <a:pt x="390" y="131"/>
                    <a:pt x="382" y="129"/>
                  </a:cubicBezTo>
                  <a:cubicBezTo>
                    <a:pt x="264" y="250"/>
                    <a:pt x="264" y="250"/>
                    <a:pt x="264" y="250"/>
                  </a:cubicBezTo>
                  <a:cubicBezTo>
                    <a:pt x="264" y="197"/>
                    <a:pt x="264" y="197"/>
                    <a:pt x="264" y="197"/>
                  </a:cubicBezTo>
                  <a:cubicBezTo>
                    <a:pt x="264" y="137"/>
                    <a:pt x="264" y="137"/>
                    <a:pt x="264" y="137"/>
                  </a:cubicBezTo>
                  <a:cubicBezTo>
                    <a:pt x="204" y="137"/>
                    <a:pt x="204" y="137"/>
                    <a:pt x="204" y="137"/>
                  </a:cubicBezTo>
                  <a:cubicBezTo>
                    <a:pt x="144" y="137"/>
                    <a:pt x="144" y="137"/>
                    <a:pt x="144" y="137"/>
                  </a:cubicBezTo>
                  <a:cubicBezTo>
                    <a:pt x="238" y="44"/>
                    <a:pt x="238" y="44"/>
                    <a:pt x="238" y="44"/>
                  </a:cubicBezTo>
                  <a:cubicBezTo>
                    <a:pt x="223" y="30"/>
                    <a:pt x="209" y="15"/>
                    <a:pt x="197" y="0"/>
                  </a:cubicBezTo>
                  <a:cubicBezTo>
                    <a:pt x="0" y="197"/>
                    <a:pt x="0" y="197"/>
                    <a:pt x="0" y="197"/>
                  </a:cubicBezTo>
                  <a:cubicBezTo>
                    <a:pt x="204" y="197"/>
                    <a:pt x="204" y="197"/>
                    <a:pt x="204" y="197"/>
                  </a:cubicBezTo>
                  <a:cubicBezTo>
                    <a:pt x="204" y="396"/>
                    <a:pt x="204" y="396"/>
                    <a:pt x="204" y="396"/>
                  </a:cubicBezTo>
                  <a:cubicBezTo>
                    <a:pt x="451" y="145"/>
                    <a:pt x="451" y="145"/>
                    <a:pt x="451" y="145"/>
                  </a:cubicBezTo>
                  <a:cubicBezTo>
                    <a:pt x="435" y="143"/>
                    <a:pt x="420" y="140"/>
                    <a:pt x="40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1" name="Freeform 45">
              <a:extLst>
                <a:ext uri="{FF2B5EF4-FFF2-40B4-BE49-F238E27FC236}">
                  <a16:creationId xmlns:a16="http://schemas.microsoft.com/office/drawing/2014/main" id="{664A3AFF-3165-43B8-9928-645A2531B2DD}"/>
                </a:ext>
              </a:extLst>
            </p:cNvPr>
            <p:cNvSpPr>
              <a:spLocks/>
            </p:cNvSpPr>
            <p:nvPr/>
          </p:nvSpPr>
          <p:spPr bwMode="auto">
            <a:xfrm>
              <a:off x="5329" y="1719"/>
              <a:ext cx="502" cy="439"/>
            </a:xfrm>
            <a:custGeom>
              <a:avLst/>
              <a:gdLst>
                <a:gd name="T0" fmla="*/ 450 w 450"/>
                <a:gd name="T1" fmla="*/ 194 h 393"/>
                <a:gd name="T2" fmla="*/ 256 w 450"/>
                <a:gd name="T3" fmla="*/ 0 h 393"/>
                <a:gd name="T4" fmla="*/ 215 w 450"/>
                <a:gd name="T5" fmla="*/ 44 h 393"/>
                <a:gd name="T6" fmla="*/ 306 w 450"/>
                <a:gd name="T7" fmla="*/ 134 h 393"/>
                <a:gd name="T8" fmla="*/ 246 w 450"/>
                <a:gd name="T9" fmla="*/ 134 h 393"/>
                <a:gd name="T10" fmla="*/ 186 w 450"/>
                <a:gd name="T11" fmla="*/ 134 h 393"/>
                <a:gd name="T12" fmla="*/ 186 w 450"/>
                <a:gd name="T13" fmla="*/ 194 h 393"/>
                <a:gd name="T14" fmla="*/ 186 w 450"/>
                <a:gd name="T15" fmla="*/ 246 h 393"/>
                <a:gd name="T16" fmla="*/ 69 w 450"/>
                <a:gd name="T17" fmla="*/ 127 h 393"/>
                <a:gd name="T18" fmla="*/ 46 w 450"/>
                <a:gd name="T19" fmla="*/ 134 h 393"/>
                <a:gd name="T20" fmla="*/ 0 w 450"/>
                <a:gd name="T21" fmla="*/ 143 h 393"/>
                <a:gd name="T22" fmla="*/ 10 w 450"/>
                <a:gd name="T23" fmla="*/ 152 h 393"/>
                <a:gd name="T24" fmla="*/ 247 w 450"/>
                <a:gd name="T25" fmla="*/ 393 h 393"/>
                <a:gd name="T26" fmla="*/ 246 w 450"/>
                <a:gd name="T27" fmla="*/ 194 h 393"/>
                <a:gd name="T28" fmla="*/ 450 w 450"/>
                <a:gd name="T29" fmla="*/ 194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0" h="393">
                  <a:moveTo>
                    <a:pt x="450" y="194"/>
                  </a:moveTo>
                  <a:cubicBezTo>
                    <a:pt x="256" y="0"/>
                    <a:pt x="256" y="0"/>
                    <a:pt x="256" y="0"/>
                  </a:cubicBezTo>
                  <a:cubicBezTo>
                    <a:pt x="244" y="16"/>
                    <a:pt x="230" y="30"/>
                    <a:pt x="215" y="44"/>
                  </a:cubicBezTo>
                  <a:cubicBezTo>
                    <a:pt x="306" y="134"/>
                    <a:pt x="306" y="134"/>
                    <a:pt x="306" y="134"/>
                  </a:cubicBezTo>
                  <a:cubicBezTo>
                    <a:pt x="246" y="134"/>
                    <a:pt x="246" y="134"/>
                    <a:pt x="246" y="134"/>
                  </a:cubicBezTo>
                  <a:cubicBezTo>
                    <a:pt x="186" y="134"/>
                    <a:pt x="186" y="134"/>
                    <a:pt x="186" y="134"/>
                  </a:cubicBezTo>
                  <a:cubicBezTo>
                    <a:pt x="186" y="194"/>
                    <a:pt x="186" y="194"/>
                    <a:pt x="186" y="194"/>
                  </a:cubicBezTo>
                  <a:cubicBezTo>
                    <a:pt x="186" y="246"/>
                    <a:pt x="186" y="246"/>
                    <a:pt x="186" y="246"/>
                  </a:cubicBezTo>
                  <a:cubicBezTo>
                    <a:pt x="69" y="127"/>
                    <a:pt x="69" y="127"/>
                    <a:pt x="69" y="127"/>
                  </a:cubicBezTo>
                  <a:cubicBezTo>
                    <a:pt x="62" y="130"/>
                    <a:pt x="54" y="132"/>
                    <a:pt x="46" y="134"/>
                  </a:cubicBezTo>
                  <a:cubicBezTo>
                    <a:pt x="31" y="138"/>
                    <a:pt x="16" y="141"/>
                    <a:pt x="0" y="143"/>
                  </a:cubicBezTo>
                  <a:cubicBezTo>
                    <a:pt x="10" y="152"/>
                    <a:pt x="10" y="152"/>
                    <a:pt x="10" y="152"/>
                  </a:cubicBezTo>
                  <a:cubicBezTo>
                    <a:pt x="247" y="393"/>
                    <a:pt x="247" y="393"/>
                    <a:pt x="247" y="393"/>
                  </a:cubicBezTo>
                  <a:cubicBezTo>
                    <a:pt x="246" y="194"/>
                    <a:pt x="246" y="194"/>
                    <a:pt x="246" y="194"/>
                  </a:cubicBezTo>
                  <a:lnTo>
                    <a:pt x="45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2" name="Freeform 46">
              <a:extLst>
                <a:ext uri="{FF2B5EF4-FFF2-40B4-BE49-F238E27FC236}">
                  <a16:creationId xmlns:a16="http://schemas.microsoft.com/office/drawing/2014/main" id="{AA4C43D9-C505-42DF-806C-375CAB59F458}"/>
                </a:ext>
              </a:extLst>
            </p:cNvPr>
            <p:cNvSpPr>
              <a:spLocks noEditPoints="1"/>
            </p:cNvSpPr>
            <p:nvPr/>
          </p:nvSpPr>
          <p:spPr bwMode="auto">
            <a:xfrm>
              <a:off x="5038" y="1207"/>
              <a:ext cx="462" cy="462"/>
            </a:xfrm>
            <a:custGeom>
              <a:avLst/>
              <a:gdLst>
                <a:gd name="T0" fmla="*/ 207 w 414"/>
                <a:gd name="T1" fmla="*/ 60 h 413"/>
                <a:gd name="T2" fmla="*/ 354 w 414"/>
                <a:gd name="T3" fmla="*/ 207 h 413"/>
                <a:gd name="T4" fmla="*/ 207 w 414"/>
                <a:gd name="T5" fmla="*/ 353 h 413"/>
                <a:gd name="T6" fmla="*/ 60 w 414"/>
                <a:gd name="T7" fmla="*/ 207 h 413"/>
                <a:gd name="T8" fmla="*/ 207 w 414"/>
                <a:gd name="T9" fmla="*/ 60 h 413"/>
                <a:gd name="T10" fmla="*/ 207 w 414"/>
                <a:gd name="T11" fmla="*/ 0 h 413"/>
                <a:gd name="T12" fmla="*/ 0 w 414"/>
                <a:gd name="T13" fmla="*/ 207 h 413"/>
                <a:gd name="T14" fmla="*/ 207 w 414"/>
                <a:gd name="T15" fmla="*/ 413 h 413"/>
                <a:gd name="T16" fmla="*/ 414 w 414"/>
                <a:gd name="T17" fmla="*/ 207 h 413"/>
                <a:gd name="T18" fmla="*/ 207 w 414"/>
                <a:gd name="T19"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4" h="413">
                  <a:moveTo>
                    <a:pt x="207" y="60"/>
                  </a:moveTo>
                  <a:cubicBezTo>
                    <a:pt x="288" y="60"/>
                    <a:pt x="354" y="126"/>
                    <a:pt x="354" y="207"/>
                  </a:cubicBezTo>
                  <a:cubicBezTo>
                    <a:pt x="354" y="288"/>
                    <a:pt x="288" y="353"/>
                    <a:pt x="207" y="353"/>
                  </a:cubicBezTo>
                  <a:cubicBezTo>
                    <a:pt x="126" y="353"/>
                    <a:pt x="60" y="288"/>
                    <a:pt x="60" y="207"/>
                  </a:cubicBezTo>
                  <a:cubicBezTo>
                    <a:pt x="60" y="126"/>
                    <a:pt x="126" y="60"/>
                    <a:pt x="207" y="60"/>
                  </a:cubicBezTo>
                  <a:moveTo>
                    <a:pt x="207" y="0"/>
                  </a:moveTo>
                  <a:cubicBezTo>
                    <a:pt x="93" y="0"/>
                    <a:pt x="0" y="93"/>
                    <a:pt x="0" y="207"/>
                  </a:cubicBezTo>
                  <a:cubicBezTo>
                    <a:pt x="0" y="321"/>
                    <a:pt x="93" y="413"/>
                    <a:pt x="207" y="413"/>
                  </a:cubicBezTo>
                  <a:cubicBezTo>
                    <a:pt x="321" y="413"/>
                    <a:pt x="414" y="321"/>
                    <a:pt x="414" y="207"/>
                  </a:cubicBezTo>
                  <a:cubicBezTo>
                    <a:pt x="414" y="93"/>
                    <a:pt x="321" y="0"/>
                    <a:pt x="207" y="0"/>
                  </a:cubicBez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3" name="Freeform 47">
              <a:extLst>
                <a:ext uri="{FF2B5EF4-FFF2-40B4-BE49-F238E27FC236}">
                  <a16:creationId xmlns:a16="http://schemas.microsoft.com/office/drawing/2014/main" id="{9F70A261-D390-4D2C-BDDD-1BC0C5DD7219}"/>
                </a:ext>
              </a:extLst>
            </p:cNvPr>
            <p:cNvSpPr>
              <a:spLocks/>
            </p:cNvSpPr>
            <p:nvPr/>
          </p:nvSpPr>
          <p:spPr bwMode="auto">
            <a:xfrm>
              <a:off x="4877" y="1462"/>
              <a:ext cx="790" cy="373"/>
            </a:xfrm>
            <a:custGeom>
              <a:avLst/>
              <a:gdLst>
                <a:gd name="T0" fmla="*/ 621 w 709"/>
                <a:gd name="T1" fmla="*/ 0 h 334"/>
                <a:gd name="T2" fmla="*/ 569 w 709"/>
                <a:gd name="T3" fmla="*/ 137 h 334"/>
                <a:gd name="T4" fmla="*/ 528 w 709"/>
                <a:gd name="T5" fmla="*/ 181 h 334"/>
                <a:gd name="T6" fmla="*/ 355 w 709"/>
                <a:gd name="T7" fmla="*/ 245 h 334"/>
                <a:gd name="T8" fmla="*/ 178 w 709"/>
                <a:gd name="T9" fmla="*/ 178 h 334"/>
                <a:gd name="T10" fmla="*/ 148 w 709"/>
                <a:gd name="T11" fmla="*/ 147 h 334"/>
                <a:gd name="T12" fmla="*/ 89 w 709"/>
                <a:gd name="T13" fmla="*/ 0 h 334"/>
                <a:gd name="T14" fmla="*/ 0 w 709"/>
                <a:gd name="T15" fmla="*/ 0 h 334"/>
                <a:gd name="T16" fmla="*/ 75 w 709"/>
                <a:gd name="T17" fmla="*/ 197 h 334"/>
                <a:gd name="T18" fmla="*/ 116 w 709"/>
                <a:gd name="T19" fmla="*/ 241 h 334"/>
                <a:gd name="T20" fmla="*/ 263 w 709"/>
                <a:gd name="T21" fmla="*/ 322 h 334"/>
                <a:gd name="T22" fmla="*/ 332 w 709"/>
                <a:gd name="T23" fmla="*/ 333 h 334"/>
                <a:gd name="T24" fmla="*/ 355 w 709"/>
                <a:gd name="T25" fmla="*/ 334 h 334"/>
                <a:gd name="T26" fmla="*/ 374 w 709"/>
                <a:gd name="T27" fmla="*/ 333 h 334"/>
                <a:gd name="T28" fmla="*/ 442 w 709"/>
                <a:gd name="T29" fmla="*/ 323 h 334"/>
                <a:gd name="T30" fmla="*/ 591 w 709"/>
                <a:gd name="T31" fmla="*/ 244 h 334"/>
                <a:gd name="T32" fmla="*/ 632 w 709"/>
                <a:gd name="T33" fmla="*/ 200 h 334"/>
                <a:gd name="T34" fmla="*/ 709 w 709"/>
                <a:gd name="T35" fmla="*/ 0 h 334"/>
                <a:gd name="T36" fmla="*/ 621 w 709"/>
                <a:gd name="T37"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9" h="334">
                  <a:moveTo>
                    <a:pt x="621" y="0"/>
                  </a:moveTo>
                  <a:cubicBezTo>
                    <a:pt x="617" y="51"/>
                    <a:pt x="598" y="98"/>
                    <a:pt x="569" y="137"/>
                  </a:cubicBezTo>
                  <a:cubicBezTo>
                    <a:pt x="557" y="153"/>
                    <a:pt x="543" y="168"/>
                    <a:pt x="528" y="181"/>
                  </a:cubicBezTo>
                  <a:cubicBezTo>
                    <a:pt x="482" y="221"/>
                    <a:pt x="421" y="245"/>
                    <a:pt x="355" y="245"/>
                  </a:cubicBezTo>
                  <a:cubicBezTo>
                    <a:pt x="287" y="245"/>
                    <a:pt x="225" y="220"/>
                    <a:pt x="178" y="178"/>
                  </a:cubicBezTo>
                  <a:cubicBezTo>
                    <a:pt x="167" y="169"/>
                    <a:pt x="157" y="158"/>
                    <a:pt x="148" y="147"/>
                  </a:cubicBezTo>
                  <a:cubicBezTo>
                    <a:pt x="115" y="106"/>
                    <a:pt x="94" y="55"/>
                    <a:pt x="89" y="0"/>
                  </a:cubicBezTo>
                  <a:cubicBezTo>
                    <a:pt x="0" y="0"/>
                    <a:pt x="0" y="0"/>
                    <a:pt x="0" y="0"/>
                  </a:cubicBezTo>
                  <a:cubicBezTo>
                    <a:pt x="5" y="74"/>
                    <a:pt x="32" y="142"/>
                    <a:pt x="75" y="197"/>
                  </a:cubicBezTo>
                  <a:cubicBezTo>
                    <a:pt x="87" y="213"/>
                    <a:pt x="101" y="228"/>
                    <a:pt x="116" y="241"/>
                  </a:cubicBezTo>
                  <a:cubicBezTo>
                    <a:pt x="157" y="279"/>
                    <a:pt x="208" y="307"/>
                    <a:pt x="263" y="322"/>
                  </a:cubicBezTo>
                  <a:cubicBezTo>
                    <a:pt x="286" y="328"/>
                    <a:pt x="309" y="332"/>
                    <a:pt x="332" y="333"/>
                  </a:cubicBezTo>
                  <a:cubicBezTo>
                    <a:pt x="340" y="334"/>
                    <a:pt x="347" y="334"/>
                    <a:pt x="355" y="334"/>
                  </a:cubicBezTo>
                  <a:cubicBezTo>
                    <a:pt x="361" y="334"/>
                    <a:pt x="368" y="334"/>
                    <a:pt x="374" y="333"/>
                  </a:cubicBezTo>
                  <a:cubicBezTo>
                    <a:pt x="397" y="332"/>
                    <a:pt x="420" y="329"/>
                    <a:pt x="442" y="323"/>
                  </a:cubicBezTo>
                  <a:cubicBezTo>
                    <a:pt x="498" y="309"/>
                    <a:pt x="549" y="281"/>
                    <a:pt x="591" y="244"/>
                  </a:cubicBezTo>
                  <a:cubicBezTo>
                    <a:pt x="606" y="230"/>
                    <a:pt x="620" y="216"/>
                    <a:pt x="632" y="200"/>
                  </a:cubicBezTo>
                  <a:cubicBezTo>
                    <a:pt x="677" y="145"/>
                    <a:pt x="705" y="76"/>
                    <a:pt x="709" y="0"/>
                  </a:cubicBez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4" name="Freeform 48">
              <a:extLst>
                <a:ext uri="{FF2B5EF4-FFF2-40B4-BE49-F238E27FC236}">
                  <a16:creationId xmlns:a16="http://schemas.microsoft.com/office/drawing/2014/main" id="{CA21D94A-7A65-4E7C-8F08-323AB7D65404}"/>
                </a:ext>
              </a:extLst>
            </p:cNvPr>
            <p:cNvSpPr>
              <a:spLocks/>
            </p:cNvSpPr>
            <p:nvPr/>
          </p:nvSpPr>
          <p:spPr bwMode="auto">
            <a:xfrm>
              <a:off x="4877" y="1042"/>
              <a:ext cx="790" cy="373"/>
            </a:xfrm>
            <a:custGeom>
              <a:avLst/>
              <a:gdLst>
                <a:gd name="T0" fmla="*/ 89 w 709"/>
                <a:gd name="T1" fmla="*/ 334 h 334"/>
                <a:gd name="T2" fmla="*/ 355 w 709"/>
                <a:gd name="T3" fmla="*/ 88 h 334"/>
                <a:gd name="T4" fmla="*/ 621 w 709"/>
                <a:gd name="T5" fmla="*/ 334 h 334"/>
                <a:gd name="T6" fmla="*/ 709 w 709"/>
                <a:gd name="T7" fmla="*/ 334 h 334"/>
                <a:gd name="T8" fmla="*/ 355 w 709"/>
                <a:gd name="T9" fmla="*/ 0 h 334"/>
                <a:gd name="T10" fmla="*/ 0 w 709"/>
                <a:gd name="T11" fmla="*/ 334 h 334"/>
                <a:gd name="T12" fmla="*/ 89 w 709"/>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709" h="334">
                  <a:moveTo>
                    <a:pt x="89" y="334"/>
                  </a:moveTo>
                  <a:cubicBezTo>
                    <a:pt x="100" y="197"/>
                    <a:pt x="215" y="88"/>
                    <a:pt x="355" y="88"/>
                  </a:cubicBezTo>
                  <a:cubicBezTo>
                    <a:pt x="495" y="88"/>
                    <a:pt x="610" y="197"/>
                    <a:pt x="621" y="334"/>
                  </a:cubicBezTo>
                  <a:cubicBezTo>
                    <a:pt x="709" y="334"/>
                    <a:pt x="709" y="334"/>
                    <a:pt x="709" y="334"/>
                  </a:cubicBezTo>
                  <a:cubicBezTo>
                    <a:pt x="699" y="148"/>
                    <a:pt x="544" y="0"/>
                    <a:pt x="355" y="0"/>
                  </a:cubicBezTo>
                  <a:cubicBezTo>
                    <a:pt x="166" y="0"/>
                    <a:pt x="11" y="148"/>
                    <a:pt x="0" y="334"/>
                  </a:cubicBezTo>
                  <a:lnTo>
                    <a:pt x="89" y="3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47" name="Rechthoek 146">
            <a:extLst>
              <a:ext uri="{FF2B5EF4-FFF2-40B4-BE49-F238E27FC236}">
                <a16:creationId xmlns:a16="http://schemas.microsoft.com/office/drawing/2014/main" id="{08BB122A-F307-4DE7-AACE-68C890A3572D}"/>
              </a:ext>
            </a:extLst>
          </p:cNvPr>
          <p:cNvSpPr/>
          <p:nvPr userDrawn="1"/>
        </p:nvSpPr>
        <p:spPr>
          <a:xfrm>
            <a:off x="8002077"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8" name="Rechthoek 147">
            <a:extLst>
              <a:ext uri="{FF2B5EF4-FFF2-40B4-BE49-F238E27FC236}">
                <a16:creationId xmlns:a16="http://schemas.microsoft.com/office/drawing/2014/main" id="{663EB4EC-DC7E-4792-8325-37764E2ED36E}"/>
              </a:ext>
            </a:extLst>
          </p:cNvPr>
          <p:cNvSpPr/>
          <p:nvPr userDrawn="1"/>
        </p:nvSpPr>
        <p:spPr>
          <a:xfrm>
            <a:off x="10052688"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2" name="Ovaal 151">
            <a:extLst>
              <a:ext uri="{FF2B5EF4-FFF2-40B4-BE49-F238E27FC236}">
                <a16:creationId xmlns:a16="http://schemas.microsoft.com/office/drawing/2014/main" id="{96EA5FA2-2340-4217-9F0B-D2AC4AD4E895}"/>
              </a:ext>
            </a:extLst>
          </p:cNvPr>
          <p:cNvSpPr/>
          <p:nvPr/>
        </p:nvSpPr>
        <p:spPr>
          <a:xfrm>
            <a:off x="10434536"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3" name="H2">
            <a:extLst>
              <a:ext uri="{FF2B5EF4-FFF2-40B4-BE49-F238E27FC236}">
                <a16:creationId xmlns:a16="http://schemas.microsoft.com/office/drawing/2014/main" id="{1A02CD52-9365-4077-B46A-94C5DD0B78BB}"/>
              </a:ext>
            </a:extLst>
          </p:cNvPr>
          <p:cNvSpPr txBox="1"/>
          <p:nvPr/>
        </p:nvSpPr>
        <p:spPr>
          <a:xfrm>
            <a:off x="9922008" y="1681659"/>
            <a:ext cx="1821911" cy="117724"/>
          </a:xfrm>
          <a:prstGeom prst="rect">
            <a:avLst/>
          </a:prstGeom>
        </p:spPr>
        <p:txBody>
          <a:bodyPr wrap="square" lIns="0" tIns="0" rIns="0" bIns="0" rtlCol="0" anchor="t">
            <a:noAutofit/>
          </a:bodyPr>
          <a:lstStyle/>
          <a:p>
            <a:pPr marL="0" algn="ctr" defTabSz="1217512" rtl="0" eaLnBrk="1" latinLnBrk="0" hangingPunct="1">
              <a:spcAft>
                <a:spcPts val="600"/>
              </a:spcAft>
            </a:pPr>
            <a:r>
              <a:rPr lang="nl-NL" sz="1200" kern="1200" cap="none"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Template, slides, afbeeldingen en iconen</a:t>
            </a:r>
            <a:endParaRPr lang="nl-NL" sz="1200" kern="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54" name="Ovaal 153">
            <a:extLst>
              <a:ext uri="{FF2B5EF4-FFF2-40B4-BE49-F238E27FC236}">
                <a16:creationId xmlns:a16="http://schemas.microsoft.com/office/drawing/2014/main" id="{EC64233D-38E7-4674-823E-5F8A7A4E8C7C}"/>
              </a:ext>
            </a:extLst>
          </p:cNvPr>
          <p:cNvSpPr/>
          <p:nvPr userDrawn="1"/>
        </p:nvSpPr>
        <p:spPr>
          <a:xfrm>
            <a:off x="8383925"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55" name="H2">
            <a:extLst>
              <a:ext uri="{FF2B5EF4-FFF2-40B4-BE49-F238E27FC236}">
                <a16:creationId xmlns:a16="http://schemas.microsoft.com/office/drawing/2014/main" id="{C6CE635E-13E9-4AD5-85E3-677626CD6DB0}"/>
              </a:ext>
            </a:extLst>
          </p:cNvPr>
          <p:cNvSpPr txBox="1"/>
          <p:nvPr userDrawn="1"/>
        </p:nvSpPr>
        <p:spPr>
          <a:xfrm>
            <a:off x="8009802" y="1675343"/>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Bespaar</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waardevolle tijd </a:t>
            </a:r>
            <a:endParaRPr lang="nl-NL" sz="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6" name="tijd besparen">
            <a:extLst>
              <a:ext uri="{FF2B5EF4-FFF2-40B4-BE49-F238E27FC236}">
                <a16:creationId xmlns:a16="http://schemas.microsoft.com/office/drawing/2014/main" id="{4BA412BF-5B29-4400-AAAD-4958FE59F5E7}"/>
              </a:ext>
            </a:extLst>
          </p:cNvPr>
          <p:cNvGrpSpPr>
            <a:grpSpLocks noChangeAspect="1"/>
          </p:cNvGrpSpPr>
          <p:nvPr userDrawn="1"/>
        </p:nvGrpSpPr>
        <p:grpSpPr bwMode="auto">
          <a:xfrm>
            <a:off x="8594759" y="876926"/>
            <a:ext cx="375189" cy="454349"/>
            <a:chOff x="4803" y="1030"/>
            <a:chExt cx="929" cy="1125"/>
          </a:xfrm>
          <a:gradFill>
            <a:gsLst>
              <a:gs pos="0">
                <a:sysClr val="window" lastClr="FFFFFF"/>
              </a:gs>
              <a:gs pos="70000">
                <a:srgbClr val="9D9FA1"/>
              </a:gs>
            </a:gsLst>
            <a:lin ang="2700000" scaled="1"/>
          </a:gradFill>
        </p:grpSpPr>
        <p:sp>
          <p:nvSpPr>
            <p:cNvPr id="196" name="Freeform 17">
              <a:extLst>
                <a:ext uri="{FF2B5EF4-FFF2-40B4-BE49-F238E27FC236}">
                  <a16:creationId xmlns:a16="http://schemas.microsoft.com/office/drawing/2014/main" id="{1E8B2846-D5A6-4906-A1DD-0195B628EC76}"/>
                </a:ext>
              </a:extLst>
            </p:cNvPr>
            <p:cNvSpPr>
              <a:spLocks/>
            </p:cNvSpPr>
            <p:nvPr/>
          </p:nvSpPr>
          <p:spPr bwMode="auto">
            <a:xfrm>
              <a:off x="5267" y="1395"/>
              <a:ext cx="302" cy="297"/>
            </a:xfrm>
            <a:custGeom>
              <a:avLst/>
              <a:gdLst>
                <a:gd name="T0" fmla="*/ 258 w 258"/>
                <a:gd name="T1" fmla="*/ 254 h 254"/>
                <a:gd name="T2" fmla="*/ 4 w 258"/>
                <a:gd name="T3" fmla="*/ 0 h 254"/>
                <a:gd name="T4" fmla="*/ 0 w 258"/>
                <a:gd name="T5" fmla="*/ 0 h 254"/>
                <a:gd name="T6" fmla="*/ 0 w 258"/>
                <a:gd name="T7" fmla="*/ 254 h 254"/>
                <a:gd name="T8" fmla="*/ 258 w 258"/>
                <a:gd name="T9" fmla="*/ 254 h 254"/>
              </a:gdLst>
              <a:ahLst/>
              <a:cxnLst>
                <a:cxn ang="0">
                  <a:pos x="T0" y="T1"/>
                </a:cxn>
                <a:cxn ang="0">
                  <a:pos x="T2" y="T3"/>
                </a:cxn>
                <a:cxn ang="0">
                  <a:pos x="T4" y="T5"/>
                </a:cxn>
                <a:cxn ang="0">
                  <a:pos x="T6" y="T7"/>
                </a:cxn>
                <a:cxn ang="0">
                  <a:pos x="T8" y="T9"/>
                </a:cxn>
              </a:cxnLst>
              <a:rect l="0" t="0" r="r" b="b"/>
              <a:pathLst>
                <a:path w="258" h="254">
                  <a:moveTo>
                    <a:pt x="258" y="254"/>
                  </a:moveTo>
                  <a:cubicBezTo>
                    <a:pt x="258" y="114"/>
                    <a:pt x="144" y="0"/>
                    <a:pt x="4" y="0"/>
                  </a:cubicBezTo>
                  <a:cubicBezTo>
                    <a:pt x="3" y="0"/>
                    <a:pt x="1" y="0"/>
                    <a:pt x="0" y="0"/>
                  </a:cubicBezTo>
                  <a:cubicBezTo>
                    <a:pt x="0" y="254"/>
                    <a:pt x="0" y="254"/>
                    <a:pt x="0" y="254"/>
                  </a:cubicBezTo>
                  <a:lnTo>
                    <a:pt x="258" y="25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7" name="Freeform 18">
              <a:extLst>
                <a:ext uri="{FF2B5EF4-FFF2-40B4-BE49-F238E27FC236}">
                  <a16:creationId xmlns:a16="http://schemas.microsoft.com/office/drawing/2014/main" id="{EF816BFE-6032-4BD5-8CB2-C6A2972F6E37}"/>
                </a:ext>
              </a:extLst>
            </p:cNvPr>
            <p:cNvSpPr>
              <a:spLocks/>
            </p:cNvSpPr>
            <p:nvPr/>
          </p:nvSpPr>
          <p:spPr bwMode="auto">
            <a:xfrm>
              <a:off x="5149" y="1030"/>
              <a:ext cx="234" cy="150"/>
            </a:xfrm>
            <a:custGeom>
              <a:avLst/>
              <a:gdLst>
                <a:gd name="T0" fmla="*/ 79 w 234"/>
                <a:gd name="T1" fmla="*/ 150 h 150"/>
                <a:gd name="T2" fmla="*/ 149 w 234"/>
                <a:gd name="T3" fmla="*/ 150 h 150"/>
                <a:gd name="T4" fmla="*/ 149 w 234"/>
                <a:gd name="T5" fmla="*/ 122 h 150"/>
                <a:gd name="T6" fmla="*/ 234 w 234"/>
                <a:gd name="T7" fmla="*/ 122 h 150"/>
                <a:gd name="T8" fmla="*/ 234 w 234"/>
                <a:gd name="T9" fmla="*/ 0 h 150"/>
                <a:gd name="T10" fmla="*/ 0 w 234"/>
                <a:gd name="T11" fmla="*/ 0 h 150"/>
                <a:gd name="T12" fmla="*/ 0 w 234"/>
                <a:gd name="T13" fmla="*/ 122 h 150"/>
                <a:gd name="T14" fmla="*/ 79 w 234"/>
                <a:gd name="T15" fmla="*/ 122 h 150"/>
                <a:gd name="T16" fmla="*/ 79 w 234"/>
                <a:gd name="T1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4" h="150">
                  <a:moveTo>
                    <a:pt x="79" y="150"/>
                  </a:moveTo>
                  <a:lnTo>
                    <a:pt x="149" y="150"/>
                  </a:lnTo>
                  <a:lnTo>
                    <a:pt x="149" y="122"/>
                  </a:lnTo>
                  <a:lnTo>
                    <a:pt x="234" y="122"/>
                  </a:lnTo>
                  <a:lnTo>
                    <a:pt x="234" y="0"/>
                  </a:lnTo>
                  <a:lnTo>
                    <a:pt x="0" y="0"/>
                  </a:lnTo>
                  <a:lnTo>
                    <a:pt x="0" y="122"/>
                  </a:lnTo>
                  <a:lnTo>
                    <a:pt x="79" y="122"/>
                  </a:lnTo>
                  <a:lnTo>
                    <a:pt x="79"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8" name="Freeform 19">
              <a:extLst>
                <a:ext uri="{FF2B5EF4-FFF2-40B4-BE49-F238E27FC236}">
                  <a16:creationId xmlns:a16="http://schemas.microsoft.com/office/drawing/2014/main" id="{AC1C8B0E-AF70-4FBD-BCE7-5B94FBFC305C}"/>
                </a:ext>
              </a:extLst>
            </p:cNvPr>
            <p:cNvSpPr>
              <a:spLocks noEditPoints="1"/>
            </p:cNvSpPr>
            <p:nvPr/>
          </p:nvSpPr>
          <p:spPr bwMode="auto">
            <a:xfrm>
              <a:off x="4803" y="1229"/>
              <a:ext cx="929" cy="926"/>
            </a:xfrm>
            <a:custGeom>
              <a:avLst/>
              <a:gdLst>
                <a:gd name="T0" fmla="*/ 666 w 795"/>
                <a:gd name="T1" fmla="*/ 105 h 792"/>
                <a:gd name="T2" fmla="*/ 717 w 795"/>
                <a:gd name="T3" fmla="*/ 53 h 792"/>
                <a:gd name="T4" fmla="*/ 675 w 795"/>
                <a:gd name="T5" fmla="*/ 11 h 792"/>
                <a:gd name="T6" fmla="*/ 618 w 795"/>
                <a:gd name="T7" fmla="*/ 67 h 792"/>
                <a:gd name="T8" fmla="*/ 402 w 795"/>
                <a:gd name="T9" fmla="*/ 0 h 792"/>
                <a:gd name="T10" fmla="*/ 398 w 795"/>
                <a:gd name="T11" fmla="*/ 0 h 792"/>
                <a:gd name="T12" fmla="*/ 174 w 795"/>
                <a:gd name="T13" fmla="*/ 70 h 792"/>
                <a:gd name="T14" fmla="*/ 114 w 795"/>
                <a:gd name="T15" fmla="*/ 11 h 792"/>
                <a:gd name="T16" fmla="*/ 72 w 795"/>
                <a:gd name="T17" fmla="*/ 53 h 792"/>
                <a:gd name="T18" fmla="*/ 127 w 795"/>
                <a:gd name="T19" fmla="*/ 108 h 792"/>
                <a:gd name="T20" fmla="*/ 2 w 795"/>
                <a:gd name="T21" fmla="*/ 392 h 792"/>
                <a:gd name="T22" fmla="*/ 394 w 795"/>
                <a:gd name="T23" fmla="*/ 792 h 792"/>
                <a:gd name="T24" fmla="*/ 398 w 795"/>
                <a:gd name="T25" fmla="*/ 792 h 792"/>
                <a:gd name="T26" fmla="*/ 794 w 795"/>
                <a:gd name="T27" fmla="*/ 400 h 792"/>
                <a:gd name="T28" fmla="*/ 794 w 795"/>
                <a:gd name="T29" fmla="*/ 400 h 792"/>
                <a:gd name="T30" fmla="*/ 666 w 795"/>
                <a:gd name="T31" fmla="*/ 105 h 792"/>
                <a:gd name="T32" fmla="*/ 606 w 795"/>
                <a:gd name="T33" fmla="*/ 606 h 792"/>
                <a:gd name="T34" fmla="*/ 398 w 795"/>
                <a:gd name="T35" fmla="*/ 692 h 792"/>
                <a:gd name="T36" fmla="*/ 395 w 795"/>
                <a:gd name="T37" fmla="*/ 692 h 792"/>
                <a:gd name="T38" fmla="*/ 187 w 795"/>
                <a:gd name="T39" fmla="*/ 603 h 792"/>
                <a:gd name="T40" fmla="*/ 102 w 795"/>
                <a:gd name="T41" fmla="*/ 393 h 792"/>
                <a:gd name="T42" fmla="*/ 190 w 795"/>
                <a:gd name="T43" fmla="*/ 186 h 792"/>
                <a:gd name="T44" fmla="*/ 398 w 795"/>
                <a:gd name="T45" fmla="*/ 100 h 792"/>
                <a:gd name="T46" fmla="*/ 401 w 795"/>
                <a:gd name="T47" fmla="*/ 100 h 792"/>
                <a:gd name="T48" fmla="*/ 694 w 795"/>
                <a:gd name="T49" fmla="*/ 399 h 792"/>
                <a:gd name="T50" fmla="*/ 606 w 795"/>
                <a:gd name="T51" fmla="*/ 606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5" h="792">
                  <a:moveTo>
                    <a:pt x="666" y="105"/>
                  </a:moveTo>
                  <a:cubicBezTo>
                    <a:pt x="717" y="53"/>
                    <a:pt x="717" y="53"/>
                    <a:pt x="717" y="53"/>
                  </a:cubicBezTo>
                  <a:cubicBezTo>
                    <a:pt x="675" y="11"/>
                    <a:pt x="675" y="11"/>
                    <a:pt x="675" y="11"/>
                  </a:cubicBezTo>
                  <a:cubicBezTo>
                    <a:pt x="618" y="67"/>
                    <a:pt x="618" y="67"/>
                    <a:pt x="618" y="67"/>
                  </a:cubicBezTo>
                  <a:cubicBezTo>
                    <a:pt x="556" y="26"/>
                    <a:pt x="482" y="1"/>
                    <a:pt x="402" y="0"/>
                  </a:cubicBezTo>
                  <a:cubicBezTo>
                    <a:pt x="401" y="0"/>
                    <a:pt x="399" y="0"/>
                    <a:pt x="398" y="0"/>
                  </a:cubicBezTo>
                  <a:cubicBezTo>
                    <a:pt x="315" y="0"/>
                    <a:pt x="237" y="26"/>
                    <a:pt x="174" y="70"/>
                  </a:cubicBezTo>
                  <a:cubicBezTo>
                    <a:pt x="114" y="11"/>
                    <a:pt x="114" y="11"/>
                    <a:pt x="114" y="11"/>
                  </a:cubicBezTo>
                  <a:cubicBezTo>
                    <a:pt x="72" y="53"/>
                    <a:pt x="72" y="53"/>
                    <a:pt x="72" y="53"/>
                  </a:cubicBezTo>
                  <a:cubicBezTo>
                    <a:pt x="127" y="108"/>
                    <a:pt x="127" y="108"/>
                    <a:pt x="127" y="108"/>
                  </a:cubicBezTo>
                  <a:cubicBezTo>
                    <a:pt x="51" y="179"/>
                    <a:pt x="3" y="280"/>
                    <a:pt x="2" y="392"/>
                  </a:cubicBezTo>
                  <a:cubicBezTo>
                    <a:pt x="0" y="611"/>
                    <a:pt x="176" y="790"/>
                    <a:pt x="394" y="792"/>
                  </a:cubicBezTo>
                  <a:cubicBezTo>
                    <a:pt x="396" y="792"/>
                    <a:pt x="397" y="792"/>
                    <a:pt x="398" y="792"/>
                  </a:cubicBezTo>
                  <a:cubicBezTo>
                    <a:pt x="615" y="792"/>
                    <a:pt x="792" y="617"/>
                    <a:pt x="794" y="400"/>
                  </a:cubicBezTo>
                  <a:cubicBezTo>
                    <a:pt x="794" y="400"/>
                    <a:pt x="794" y="400"/>
                    <a:pt x="794" y="400"/>
                  </a:cubicBezTo>
                  <a:cubicBezTo>
                    <a:pt x="795" y="283"/>
                    <a:pt x="746" y="178"/>
                    <a:pt x="666" y="105"/>
                  </a:cubicBezTo>
                  <a:close/>
                  <a:moveTo>
                    <a:pt x="606" y="606"/>
                  </a:moveTo>
                  <a:cubicBezTo>
                    <a:pt x="551" y="662"/>
                    <a:pt x="477" y="692"/>
                    <a:pt x="398" y="692"/>
                  </a:cubicBezTo>
                  <a:cubicBezTo>
                    <a:pt x="397" y="692"/>
                    <a:pt x="396" y="692"/>
                    <a:pt x="395" y="692"/>
                  </a:cubicBezTo>
                  <a:cubicBezTo>
                    <a:pt x="316" y="691"/>
                    <a:pt x="242" y="660"/>
                    <a:pt x="187" y="603"/>
                  </a:cubicBezTo>
                  <a:cubicBezTo>
                    <a:pt x="132" y="547"/>
                    <a:pt x="102" y="472"/>
                    <a:pt x="102" y="393"/>
                  </a:cubicBezTo>
                  <a:cubicBezTo>
                    <a:pt x="103" y="315"/>
                    <a:pt x="134" y="241"/>
                    <a:pt x="190" y="186"/>
                  </a:cubicBezTo>
                  <a:cubicBezTo>
                    <a:pt x="246" y="131"/>
                    <a:pt x="320" y="100"/>
                    <a:pt x="398" y="100"/>
                  </a:cubicBezTo>
                  <a:cubicBezTo>
                    <a:pt x="399" y="100"/>
                    <a:pt x="400" y="100"/>
                    <a:pt x="401" y="100"/>
                  </a:cubicBezTo>
                  <a:cubicBezTo>
                    <a:pt x="564" y="102"/>
                    <a:pt x="696" y="236"/>
                    <a:pt x="694" y="399"/>
                  </a:cubicBezTo>
                  <a:cubicBezTo>
                    <a:pt x="693" y="477"/>
                    <a:pt x="662" y="551"/>
                    <a:pt x="60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grpSp>
        <p:nvGrpSpPr>
          <p:cNvPr id="170" name="Niveau verschil 2">
            <a:extLst>
              <a:ext uri="{FF2B5EF4-FFF2-40B4-BE49-F238E27FC236}">
                <a16:creationId xmlns:a16="http://schemas.microsoft.com/office/drawing/2014/main" id="{C775E0E5-CD7C-4CFE-9A9E-1FA5F9709EFC}"/>
              </a:ext>
            </a:extLst>
          </p:cNvPr>
          <p:cNvGrpSpPr>
            <a:grpSpLocks noChangeAspect="1"/>
          </p:cNvGrpSpPr>
          <p:nvPr/>
        </p:nvGrpSpPr>
        <p:grpSpPr bwMode="auto">
          <a:xfrm>
            <a:off x="10642640" y="960850"/>
            <a:ext cx="380648" cy="290567"/>
            <a:chOff x="826" y="3205"/>
            <a:chExt cx="1124" cy="858"/>
          </a:xfrm>
          <a:gradFill>
            <a:gsLst>
              <a:gs pos="0">
                <a:sysClr val="window" lastClr="FFFFFF"/>
              </a:gs>
              <a:gs pos="70000">
                <a:srgbClr val="9D9FA1"/>
              </a:gs>
            </a:gsLst>
            <a:lin ang="2700000" scaled="1"/>
          </a:gradFill>
        </p:grpSpPr>
        <p:sp>
          <p:nvSpPr>
            <p:cNvPr id="171" name="Oval 24">
              <a:extLst>
                <a:ext uri="{FF2B5EF4-FFF2-40B4-BE49-F238E27FC236}">
                  <a16:creationId xmlns:a16="http://schemas.microsoft.com/office/drawing/2014/main" id="{362E9B68-E9AD-42E0-BDD7-366E9520BB95}"/>
                </a:ext>
              </a:extLst>
            </p:cNvPr>
            <p:cNvSpPr>
              <a:spLocks noChangeArrowheads="1"/>
            </p:cNvSpPr>
            <p:nvPr/>
          </p:nvSpPr>
          <p:spPr bwMode="auto">
            <a:xfrm>
              <a:off x="1020" y="3205"/>
              <a:ext cx="247"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2" name="Oval 25">
              <a:extLst>
                <a:ext uri="{FF2B5EF4-FFF2-40B4-BE49-F238E27FC236}">
                  <a16:creationId xmlns:a16="http://schemas.microsoft.com/office/drawing/2014/main" id="{ABED7B5E-168F-4A3E-8149-B71460E51A62}"/>
                </a:ext>
              </a:extLst>
            </p:cNvPr>
            <p:cNvSpPr>
              <a:spLocks noChangeArrowheads="1"/>
            </p:cNvSpPr>
            <p:nvPr/>
          </p:nvSpPr>
          <p:spPr bwMode="auto">
            <a:xfrm>
              <a:off x="1507" y="3509"/>
              <a:ext cx="248" cy="250"/>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3" name="Oval 26">
              <a:extLst>
                <a:ext uri="{FF2B5EF4-FFF2-40B4-BE49-F238E27FC236}">
                  <a16:creationId xmlns:a16="http://schemas.microsoft.com/office/drawing/2014/main" id="{652E9647-B08E-4CF0-918A-051B8DF361FB}"/>
                </a:ext>
              </a:extLst>
            </p:cNvPr>
            <p:cNvSpPr>
              <a:spLocks noChangeArrowheads="1"/>
            </p:cNvSpPr>
            <p:nvPr/>
          </p:nvSpPr>
          <p:spPr bwMode="auto">
            <a:xfrm>
              <a:off x="1142" y="3815"/>
              <a:ext cx="248"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4" name="Freeform 27">
              <a:extLst>
                <a:ext uri="{FF2B5EF4-FFF2-40B4-BE49-F238E27FC236}">
                  <a16:creationId xmlns:a16="http://schemas.microsoft.com/office/drawing/2014/main" id="{D85A3AAA-ACAC-41CA-879E-612FC1D9762D}"/>
                </a:ext>
              </a:extLst>
            </p:cNvPr>
            <p:cNvSpPr>
              <a:spLocks/>
            </p:cNvSpPr>
            <p:nvPr/>
          </p:nvSpPr>
          <p:spPr bwMode="auto">
            <a:xfrm>
              <a:off x="1306" y="3270"/>
              <a:ext cx="644" cy="123"/>
            </a:xfrm>
            <a:custGeom>
              <a:avLst/>
              <a:gdLst>
                <a:gd name="T0" fmla="*/ 2 w 525"/>
                <a:gd name="T1" fmla="*/ 0 h 100"/>
                <a:gd name="T2" fmla="*/ 10 w 525"/>
                <a:gd name="T3" fmla="*/ 48 h 100"/>
                <a:gd name="T4" fmla="*/ 0 w 525"/>
                <a:gd name="T5" fmla="*/ 100 h 100"/>
                <a:gd name="T6" fmla="*/ 525 w 525"/>
                <a:gd name="T7" fmla="*/ 100 h 100"/>
                <a:gd name="T8" fmla="*/ 525 w 525"/>
                <a:gd name="T9" fmla="*/ 0 h 100"/>
                <a:gd name="T10" fmla="*/ 2 w 525"/>
                <a:gd name="T11" fmla="*/ 0 h 100"/>
              </a:gdLst>
              <a:ahLst/>
              <a:cxnLst>
                <a:cxn ang="0">
                  <a:pos x="T0" y="T1"/>
                </a:cxn>
                <a:cxn ang="0">
                  <a:pos x="T2" y="T3"/>
                </a:cxn>
                <a:cxn ang="0">
                  <a:pos x="T4" y="T5"/>
                </a:cxn>
                <a:cxn ang="0">
                  <a:pos x="T6" y="T7"/>
                </a:cxn>
                <a:cxn ang="0">
                  <a:pos x="T8" y="T9"/>
                </a:cxn>
                <a:cxn ang="0">
                  <a:pos x="T10" y="T11"/>
                </a:cxn>
              </a:cxnLst>
              <a:rect l="0" t="0" r="r" b="b"/>
              <a:pathLst>
                <a:path w="525" h="100">
                  <a:moveTo>
                    <a:pt x="2" y="0"/>
                  </a:moveTo>
                  <a:cubicBezTo>
                    <a:pt x="8" y="15"/>
                    <a:pt x="10" y="31"/>
                    <a:pt x="10" y="48"/>
                  </a:cubicBezTo>
                  <a:cubicBezTo>
                    <a:pt x="10" y="66"/>
                    <a:pt x="7" y="84"/>
                    <a:pt x="0" y="100"/>
                  </a:cubicBezTo>
                  <a:cubicBezTo>
                    <a:pt x="525" y="100"/>
                    <a:pt x="525" y="100"/>
                    <a:pt x="525" y="100"/>
                  </a:cubicBezTo>
                  <a:cubicBezTo>
                    <a:pt x="525" y="0"/>
                    <a:pt x="525" y="0"/>
                    <a:pt x="525"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5" name="Freeform 28">
              <a:extLst>
                <a:ext uri="{FF2B5EF4-FFF2-40B4-BE49-F238E27FC236}">
                  <a16:creationId xmlns:a16="http://schemas.microsoft.com/office/drawing/2014/main" id="{AC5161E7-F8A4-46B8-8429-849E2AB011A4}"/>
                </a:ext>
              </a:extLst>
            </p:cNvPr>
            <p:cNvSpPr>
              <a:spLocks/>
            </p:cNvSpPr>
            <p:nvPr/>
          </p:nvSpPr>
          <p:spPr bwMode="auto">
            <a:xfrm>
              <a:off x="826" y="3270"/>
              <a:ext cx="154" cy="123"/>
            </a:xfrm>
            <a:custGeom>
              <a:avLst/>
              <a:gdLst>
                <a:gd name="T0" fmla="*/ 116 w 126"/>
                <a:gd name="T1" fmla="*/ 48 h 100"/>
                <a:gd name="T2" fmla="*/ 124 w 126"/>
                <a:gd name="T3" fmla="*/ 0 h 100"/>
                <a:gd name="T4" fmla="*/ 0 w 126"/>
                <a:gd name="T5" fmla="*/ 0 h 100"/>
                <a:gd name="T6" fmla="*/ 0 w 126"/>
                <a:gd name="T7" fmla="*/ 100 h 100"/>
                <a:gd name="T8" fmla="*/ 126 w 126"/>
                <a:gd name="T9" fmla="*/ 100 h 100"/>
                <a:gd name="T10" fmla="*/ 116 w 126"/>
                <a:gd name="T11" fmla="*/ 48 h 100"/>
              </a:gdLst>
              <a:ahLst/>
              <a:cxnLst>
                <a:cxn ang="0">
                  <a:pos x="T0" y="T1"/>
                </a:cxn>
                <a:cxn ang="0">
                  <a:pos x="T2" y="T3"/>
                </a:cxn>
                <a:cxn ang="0">
                  <a:pos x="T4" y="T5"/>
                </a:cxn>
                <a:cxn ang="0">
                  <a:pos x="T6" y="T7"/>
                </a:cxn>
                <a:cxn ang="0">
                  <a:pos x="T8" y="T9"/>
                </a:cxn>
                <a:cxn ang="0">
                  <a:pos x="T10" y="T11"/>
                </a:cxn>
              </a:cxnLst>
              <a:rect l="0" t="0" r="r" b="b"/>
              <a:pathLst>
                <a:path w="126" h="100">
                  <a:moveTo>
                    <a:pt x="116" y="48"/>
                  </a:moveTo>
                  <a:cubicBezTo>
                    <a:pt x="116" y="31"/>
                    <a:pt x="119" y="15"/>
                    <a:pt x="124" y="0"/>
                  </a:cubicBezTo>
                  <a:cubicBezTo>
                    <a:pt x="0" y="0"/>
                    <a:pt x="0" y="0"/>
                    <a:pt x="0" y="0"/>
                  </a:cubicBezTo>
                  <a:cubicBezTo>
                    <a:pt x="0" y="100"/>
                    <a:pt x="0" y="100"/>
                    <a:pt x="0" y="100"/>
                  </a:cubicBezTo>
                  <a:cubicBezTo>
                    <a:pt x="126" y="100"/>
                    <a:pt x="126" y="100"/>
                    <a:pt x="126" y="100"/>
                  </a:cubicBezTo>
                  <a:cubicBezTo>
                    <a:pt x="120" y="84"/>
                    <a:pt x="116" y="66"/>
                    <a:pt x="11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6" name="Freeform 29">
              <a:extLst>
                <a:ext uri="{FF2B5EF4-FFF2-40B4-BE49-F238E27FC236}">
                  <a16:creationId xmlns:a16="http://schemas.microsoft.com/office/drawing/2014/main" id="{6DD8E529-3C27-4AC4-8B92-D9B37F6C4D3F}"/>
                </a:ext>
              </a:extLst>
            </p:cNvPr>
            <p:cNvSpPr>
              <a:spLocks/>
            </p:cNvSpPr>
            <p:nvPr/>
          </p:nvSpPr>
          <p:spPr bwMode="auto">
            <a:xfrm>
              <a:off x="1793" y="3577"/>
              <a:ext cx="157" cy="123"/>
            </a:xfrm>
            <a:custGeom>
              <a:avLst/>
              <a:gdLst>
                <a:gd name="T0" fmla="*/ 3 w 128"/>
                <a:gd name="T1" fmla="*/ 0 h 100"/>
                <a:gd name="T2" fmla="*/ 11 w 128"/>
                <a:gd name="T3" fmla="*/ 46 h 100"/>
                <a:gd name="T4" fmla="*/ 0 w 128"/>
                <a:gd name="T5" fmla="*/ 100 h 100"/>
                <a:gd name="T6" fmla="*/ 128 w 128"/>
                <a:gd name="T7" fmla="*/ 100 h 100"/>
                <a:gd name="T8" fmla="*/ 128 w 128"/>
                <a:gd name="T9" fmla="*/ 0 h 100"/>
                <a:gd name="T10" fmla="*/ 3 w 128"/>
                <a:gd name="T11" fmla="*/ 0 h 100"/>
              </a:gdLst>
              <a:ahLst/>
              <a:cxnLst>
                <a:cxn ang="0">
                  <a:pos x="T0" y="T1"/>
                </a:cxn>
                <a:cxn ang="0">
                  <a:pos x="T2" y="T3"/>
                </a:cxn>
                <a:cxn ang="0">
                  <a:pos x="T4" y="T5"/>
                </a:cxn>
                <a:cxn ang="0">
                  <a:pos x="T6" y="T7"/>
                </a:cxn>
                <a:cxn ang="0">
                  <a:pos x="T8" y="T9"/>
                </a:cxn>
                <a:cxn ang="0">
                  <a:pos x="T10" y="T11"/>
                </a:cxn>
              </a:cxnLst>
              <a:rect l="0" t="0" r="r" b="b"/>
              <a:pathLst>
                <a:path w="128" h="100">
                  <a:moveTo>
                    <a:pt x="3" y="0"/>
                  </a:moveTo>
                  <a:cubicBezTo>
                    <a:pt x="8" y="15"/>
                    <a:pt x="11" y="30"/>
                    <a:pt x="11" y="46"/>
                  </a:cubicBezTo>
                  <a:cubicBezTo>
                    <a:pt x="11" y="65"/>
                    <a:pt x="7" y="83"/>
                    <a:pt x="0" y="100"/>
                  </a:cubicBezTo>
                  <a:cubicBezTo>
                    <a:pt x="128" y="100"/>
                    <a:pt x="128" y="100"/>
                    <a:pt x="128" y="100"/>
                  </a:cubicBezTo>
                  <a:cubicBezTo>
                    <a:pt x="128" y="0"/>
                    <a:pt x="128" y="0"/>
                    <a:pt x="128"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7" name="Freeform 30">
              <a:extLst>
                <a:ext uri="{FF2B5EF4-FFF2-40B4-BE49-F238E27FC236}">
                  <a16:creationId xmlns:a16="http://schemas.microsoft.com/office/drawing/2014/main" id="{B6411DC0-EAFD-44C7-84AC-77801B891F3A}"/>
                </a:ext>
              </a:extLst>
            </p:cNvPr>
            <p:cNvSpPr>
              <a:spLocks/>
            </p:cNvSpPr>
            <p:nvPr/>
          </p:nvSpPr>
          <p:spPr bwMode="auto">
            <a:xfrm>
              <a:off x="826" y="3577"/>
              <a:ext cx="642" cy="123"/>
            </a:xfrm>
            <a:custGeom>
              <a:avLst/>
              <a:gdLst>
                <a:gd name="T0" fmla="*/ 514 w 524"/>
                <a:gd name="T1" fmla="*/ 46 h 100"/>
                <a:gd name="T2" fmla="*/ 521 w 524"/>
                <a:gd name="T3" fmla="*/ 0 h 100"/>
                <a:gd name="T4" fmla="*/ 0 w 524"/>
                <a:gd name="T5" fmla="*/ 0 h 100"/>
                <a:gd name="T6" fmla="*/ 0 w 524"/>
                <a:gd name="T7" fmla="*/ 100 h 100"/>
                <a:gd name="T8" fmla="*/ 524 w 524"/>
                <a:gd name="T9" fmla="*/ 100 h 100"/>
                <a:gd name="T10" fmla="*/ 514 w 524"/>
                <a:gd name="T11" fmla="*/ 46 h 100"/>
              </a:gdLst>
              <a:ahLst/>
              <a:cxnLst>
                <a:cxn ang="0">
                  <a:pos x="T0" y="T1"/>
                </a:cxn>
                <a:cxn ang="0">
                  <a:pos x="T2" y="T3"/>
                </a:cxn>
                <a:cxn ang="0">
                  <a:pos x="T4" y="T5"/>
                </a:cxn>
                <a:cxn ang="0">
                  <a:pos x="T6" y="T7"/>
                </a:cxn>
                <a:cxn ang="0">
                  <a:pos x="T8" y="T9"/>
                </a:cxn>
                <a:cxn ang="0">
                  <a:pos x="T10" y="T11"/>
                </a:cxn>
              </a:cxnLst>
              <a:rect l="0" t="0" r="r" b="b"/>
              <a:pathLst>
                <a:path w="524" h="100">
                  <a:moveTo>
                    <a:pt x="514" y="46"/>
                  </a:moveTo>
                  <a:cubicBezTo>
                    <a:pt x="514" y="30"/>
                    <a:pt x="516" y="15"/>
                    <a:pt x="521" y="0"/>
                  </a:cubicBezTo>
                  <a:cubicBezTo>
                    <a:pt x="0" y="0"/>
                    <a:pt x="0" y="0"/>
                    <a:pt x="0" y="0"/>
                  </a:cubicBezTo>
                  <a:cubicBezTo>
                    <a:pt x="0" y="100"/>
                    <a:pt x="0" y="100"/>
                    <a:pt x="0" y="100"/>
                  </a:cubicBezTo>
                  <a:cubicBezTo>
                    <a:pt x="524" y="100"/>
                    <a:pt x="524" y="100"/>
                    <a:pt x="524" y="100"/>
                  </a:cubicBezTo>
                  <a:cubicBezTo>
                    <a:pt x="517" y="83"/>
                    <a:pt x="514" y="65"/>
                    <a:pt x="5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8" name="Freeform 31">
              <a:extLst>
                <a:ext uri="{FF2B5EF4-FFF2-40B4-BE49-F238E27FC236}">
                  <a16:creationId xmlns:a16="http://schemas.microsoft.com/office/drawing/2014/main" id="{C1ABCB06-38FD-4F35-B7A6-15949D171505}"/>
                </a:ext>
              </a:extLst>
            </p:cNvPr>
            <p:cNvSpPr>
              <a:spLocks/>
            </p:cNvSpPr>
            <p:nvPr/>
          </p:nvSpPr>
          <p:spPr bwMode="auto">
            <a:xfrm>
              <a:off x="826" y="3884"/>
              <a:ext cx="278" cy="123"/>
            </a:xfrm>
            <a:custGeom>
              <a:avLst/>
              <a:gdLst>
                <a:gd name="T0" fmla="*/ 216 w 227"/>
                <a:gd name="T1" fmla="*/ 45 h 100"/>
                <a:gd name="T2" fmla="*/ 223 w 227"/>
                <a:gd name="T3" fmla="*/ 0 h 100"/>
                <a:gd name="T4" fmla="*/ 0 w 227"/>
                <a:gd name="T5" fmla="*/ 0 h 100"/>
                <a:gd name="T6" fmla="*/ 0 w 227"/>
                <a:gd name="T7" fmla="*/ 100 h 100"/>
                <a:gd name="T8" fmla="*/ 227 w 227"/>
                <a:gd name="T9" fmla="*/ 100 h 100"/>
                <a:gd name="T10" fmla="*/ 216 w 227"/>
                <a:gd name="T11" fmla="*/ 45 h 100"/>
              </a:gdLst>
              <a:ahLst/>
              <a:cxnLst>
                <a:cxn ang="0">
                  <a:pos x="T0" y="T1"/>
                </a:cxn>
                <a:cxn ang="0">
                  <a:pos x="T2" y="T3"/>
                </a:cxn>
                <a:cxn ang="0">
                  <a:pos x="T4" y="T5"/>
                </a:cxn>
                <a:cxn ang="0">
                  <a:pos x="T6" y="T7"/>
                </a:cxn>
                <a:cxn ang="0">
                  <a:pos x="T8" y="T9"/>
                </a:cxn>
                <a:cxn ang="0">
                  <a:pos x="T10" y="T11"/>
                </a:cxn>
              </a:cxnLst>
              <a:rect l="0" t="0" r="r" b="b"/>
              <a:pathLst>
                <a:path w="227" h="100">
                  <a:moveTo>
                    <a:pt x="216" y="45"/>
                  </a:moveTo>
                  <a:cubicBezTo>
                    <a:pt x="216" y="29"/>
                    <a:pt x="219" y="14"/>
                    <a:pt x="223" y="0"/>
                  </a:cubicBezTo>
                  <a:cubicBezTo>
                    <a:pt x="0" y="0"/>
                    <a:pt x="0" y="0"/>
                    <a:pt x="0" y="0"/>
                  </a:cubicBezTo>
                  <a:cubicBezTo>
                    <a:pt x="0" y="100"/>
                    <a:pt x="0" y="100"/>
                    <a:pt x="0" y="100"/>
                  </a:cubicBezTo>
                  <a:cubicBezTo>
                    <a:pt x="227" y="100"/>
                    <a:pt x="227" y="100"/>
                    <a:pt x="227" y="100"/>
                  </a:cubicBezTo>
                  <a:cubicBezTo>
                    <a:pt x="220" y="83"/>
                    <a:pt x="216" y="64"/>
                    <a:pt x="216"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9" name="Freeform 32">
              <a:extLst>
                <a:ext uri="{FF2B5EF4-FFF2-40B4-BE49-F238E27FC236}">
                  <a16:creationId xmlns:a16="http://schemas.microsoft.com/office/drawing/2014/main" id="{E02A8791-BB95-4192-8A84-525C623E6248}"/>
                </a:ext>
              </a:extLst>
            </p:cNvPr>
            <p:cNvSpPr>
              <a:spLocks/>
            </p:cNvSpPr>
            <p:nvPr/>
          </p:nvSpPr>
          <p:spPr bwMode="auto">
            <a:xfrm>
              <a:off x="1428" y="3884"/>
              <a:ext cx="522" cy="123"/>
            </a:xfrm>
            <a:custGeom>
              <a:avLst/>
              <a:gdLst>
                <a:gd name="T0" fmla="*/ 4 w 426"/>
                <a:gd name="T1" fmla="*/ 0 h 100"/>
                <a:gd name="T2" fmla="*/ 11 w 426"/>
                <a:gd name="T3" fmla="*/ 45 h 100"/>
                <a:gd name="T4" fmla="*/ 0 w 426"/>
                <a:gd name="T5" fmla="*/ 100 h 100"/>
                <a:gd name="T6" fmla="*/ 426 w 426"/>
                <a:gd name="T7" fmla="*/ 100 h 100"/>
                <a:gd name="T8" fmla="*/ 426 w 426"/>
                <a:gd name="T9" fmla="*/ 0 h 100"/>
                <a:gd name="T10" fmla="*/ 4 w 426"/>
                <a:gd name="T11" fmla="*/ 0 h 100"/>
              </a:gdLst>
              <a:ahLst/>
              <a:cxnLst>
                <a:cxn ang="0">
                  <a:pos x="T0" y="T1"/>
                </a:cxn>
                <a:cxn ang="0">
                  <a:pos x="T2" y="T3"/>
                </a:cxn>
                <a:cxn ang="0">
                  <a:pos x="T4" y="T5"/>
                </a:cxn>
                <a:cxn ang="0">
                  <a:pos x="T6" y="T7"/>
                </a:cxn>
                <a:cxn ang="0">
                  <a:pos x="T8" y="T9"/>
                </a:cxn>
                <a:cxn ang="0">
                  <a:pos x="T10" y="T11"/>
                </a:cxn>
              </a:cxnLst>
              <a:rect l="0" t="0" r="r" b="b"/>
              <a:pathLst>
                <a:path w="426" h="100">
                  <a:moveTo>
                    <a:pt x="4" y="0"/>
                  </a:moveTo>
                  <a:cubicBezTo>
                    <a:pt x="9" y="14"/>
                    <a:pt x="11" y="29"/>
                    <a:pt x="11" y="45"/>
                  </a:cubicBezTo>
                  <a:cubicBezTo>
                    <a:pt x="11" y="64"/>
                    <a:pt x="7" y="83"/>
                    <a:pt x="0" y="100"/>
                  </a:cubicBezTo>
                  <a:cubicBezTo>
                    <a:pt x="426" y="100"/>
                    <a:pt x="426" y="100"/>
                    <a:pt x="426" y="100"/>
                  </a:cubicBezTo>
                  <a:cubicBezTo>
                    <a:pt x="426" y="0"/>
                    <a:pt x="426" y="0"/>
                    <a:pt x="426" y="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4" name="Rechthoek 3">
            <a:extLst>
              <a:ext uri="{FF2B5EF4-FFF2-40B4-BE49-F238E27FC236}">
                <a16:creationId xmlns:a16="http://schemas.microsoft.com/office/drawing/2014/main" id="{57298AEB-4A30-493C-84A5-89EAC852D580}"/>
              </a:ext>
            </a:extLst>
          </p:cNvPr>
          <p:cNvSpPr/>
          <p:nvPr userDrawn="1"/>
        </p:nvSpPr>
        <p:spPr>
          <a:xfrm>
            <a:off x="0" y="0"/>
            <a:ext cx="7387660" cy="6858000"/>
          </a:xfrm>
          <a:prstGeom prst="rect">
            <a:avLst/>
          </a:prstGeom>
          <a:solidFill>
            <a:schemeClr val="bg1"/>
          </a:solidFill>
          <a:ln>
            <a:noFill/>
          </a:ln>
          <a:effectLst>
            <a:outerShdw blurRad="317500" dist="152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pic>
        <p:nvPicPr>
          <p:cNvPr id="74" name="Afbeelding 73">
            <a:extLst>
              <a:ext uri="{FF2B5EF4-FFF2-40B4-BE49-F238E27FC236}">
                <a16:creationId xmlns:a16="http://schemas.microsoft.com/office/drawing/2014/main" id="{EF2191D6-D776-4B1B-880B-045F29B8E7BD}"/>
              </a:ext>
            </a:extLst>
          </p:cNvPr>
          <p:cNvPicPr>
            <a:picLocks noChangeAspect="1"/>
          </p:cNvPicPr>
          <p:nvPr userDrawn="1"/>
        </p:nvPicPr>
        <p:blipFill rotWithShape="1">
          <a:blip r:embed="rId3"/>
          <a:srcRect l="245" r="11878" b="8923"/>
          <a:stretch/>
        </p:blipFill>
        <p:spPr>
          <a:xfrm>
            <a:off x="1767060" y="2970719"/>
            <a:ext cx="5195055" cy="2916446"/>
          </a:xfrm>
          <a:prstGeom prst="rect">
            <a:avLst/>
          </a:prstGeom>
        </p:spPr>
      </p:pic>
      <p:sp>
        <p:nvSpPr>
          <p:cNvPr id="77" name="Titel 1">
            <a:extLst>
              <a:ext uri="{FF2B5EF4-FFF2-40B4-BE49-F238E27FC236}">
                <a16:creationId xmlns:a16="http://schemas.microsoft.com/office/drawing/2014/main" id="{ED4504CC-4354-44E2-AE41-92761321698A}"/>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Zelf inspirerende </a:t>
            </a:r>
            <a:b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b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presentaties maken?</a:t>
            </a:r>
          </a:p>
        </p:txBody>
      </p:sp>
      <p:sp>
        <p:nvSpPr>
          <p:cNvPr id="83" name="Rechthoek 82">
            <a:extLst>
              <a:ext uri="{FF2B5EF4-FFF2-40B4-BE49-F238E27FC236}">
                <a16:creationId xmlns:a16="http://schemas.microsoft.com/office/drawing/2014/main" id="{8D0869DD-F350-4B94-9C38-46FBE819E93B}"/>
              </a:ext>
            </a:extLst>
          </p:cNvPr>
          <p:cNvSpPr/>
          <p:nvPr userDrawn="1"/>
        </p:nvSpPr>
        <p:spPr>
          <a:xfrm>
            <a:off x="1221299" y="2048391"/>
            <a:ext cx="5019460" cy="773148"/>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600" kern="1200" cap="none" baseline="0" dirty="0">
                <a:solidFill>
                  <a:srgbClr val="211F26"/>
                </a:solidFill>
                <a:latin typeface="+mn-lt"/>
                <a:ea typeface="Segoe UI Black" panose="020B0A02040204020203" pitchFamily="34" charset="0"/>
                <a:cs typeface="Segoe UI" panose="020B0502040204020203" pitchFamily="34" charset="0"/>
              </a:rPr>
              <a:t>Met Slidebuilder snel toegang tot een collectie indrukwekkende slides conform huisstijl</a:t>
            </a:r>
          </a:p>
        </p:txBody>
      </p:sp>
      <p:pic>
        <p:nvPicPr>
          <p:cNvPr id="64" name="Afbeelding 63">
            <a:extLst>
              <a:ext uri="{FF2B5EF4-FFF2-40B4-BE49-F238E27FC236}">
                <a16:creationId xmlns:a16="http://schemas.microsoft.com/office/drawing/2014/main" id="{433F9C8A-B411-428F-B67E-64BDF72E96D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9350" y="1223827"/>
            <a:ext cx="7858350" cy="7099236"/>
          </a:xfrm>
          <a:prstGeom prst="rect">
            <a:avLst/>
          </a:prstGeom>
          <a:effectLst>
            <a:outerShdw blurRad="76200" dist="76200" dir="2700000" algn="tl" rotWithShape="0">
              <a:prstClr val="black">
                <a:alpha val="40000"/>
              </a:prstClr>
            </a:outerShdw>
          </a:effectLst>
        </p:spPr>
      </p:pic>
      <p:sp>
        <p:nvSpPr>
          <p:cNvPr id="3" name="Gedeeltelijke cirkel 2">
            <a:extLst>
              <a:ext uri="{FF2B5EF4-FFF2-40B4-BE49-F238E27FC236}">
                <a16:creationId xmlns:a16="http://schemas.microsoft.com/office/drawing/2014/main" id="{E0A55D52-92B9-4437-B3F0-6D3E57EF68B9}"/>
              </a:ext>
            </a:extLst>
          </p:cNvPr>
          <p:cNvSpPr/>
          <p:nvPr userDrawn="1"/>
        </p:nvSpPr>
        <p:spPr>
          <a:xfrm rot="10800000">
            <a:off x="-1536700" y="-1079502"/>
            <a:ext cx="3062126" cy="2154147"/>
          </a:xfrm>
          <a:prstGeom prst="pie">
            <a:avLst>
              <a:gd name="adj1" fmla="val 10800000"/>
              <a:gd name="adj2" fmla="val 1620000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solidFill>
                <a:schemeClr val="tx1"/>
              </a:solidFill>
              <a:latin typeface="+mj-lt"/>
            </a:endParaRPr>
          </a:p>
        </p:txBody>
      </p:sp>
      <p:sp>
        <p:nvSpPr>
          <p:cNvPr id="78" name="H2">
            <a:extLst>
              <a:ext uri="{FF2B5EF4-FFF2-40B4-BE49-F238E27FC236}">
                <a16:creationId xmlns:a16="http://schemas.microsoft.com/office/drawing/2014/main" id="{4DC84A21-E479-43EB-8D5C-34D36EAD4E6D}"/>
              </a:ext>
            </a:extLst>
          </p:cNvPr>
          <p:cNvSpPr txBox="1"/>
          <p:nvPr userDrawn="1"/>
        </p:nvSpPr>
        <p:spPr>
          <a:xfrm>
            <a:off x="-132805" y="314759"/>
            <a:ext cx="1545103" cy="117724"/>
          </a:xfrm>
          <a:prstGeom prst="rect">
            <a:avLst/>
          </a:prstGeom>
        </p:spPr>
        <p:txBody>
          <a:bodyPr wrap="square" lIns="0" tIns="0" rIns="0" bIns="0" rtlCol="0" anchor="t">
            <a:noAutofit/>
          </a:bodyPr>
          <a:lstStyle/>
          <a:p>
            <a:pPr algn="ctr" defTabSz="1217512">
              <a:spcAft>
                <a:spcPts val="600"/>
              </a:spcAft>
            </a:pPr>
            <a:r>
              <a:rPr lang="nl-NL" sz="1200" u="none" cap="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rPr>
              <a:t>NIEUW</a:t>
            </a:r>
            <a:endParaRPr lang="nl-NL" sz="1200" u="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97" name="P">
            <a:extLst>
              <a:ext uri="{FF2B5EF4-FFF2-40B4-BE49-F238E27FC236}">
                <a16:creationId xmlns:a16="http://schemas.microsoft.com/office/drawing/2014/main" id="{81B680ED-A712-457D-B699-72F66C59EBC7}"/>
              </a:ext>
            </a:extLst>
          </p:cNvPr>
          <p:cNvGrpSpPr/>
          <p:nvPr userDrawn="1"/>
        </p:nvGrpSpPr>
        <p:grpSpPr>
          <a:xfrm>
            <a:off x="970649" y="720000"/>
            <a:ext cx="360000" cy="360000"/>
            <a:chOff x="2399038" y="2408969"/>
            <a:chExt cx="2162441" cy="2140423"/>
          </a:xfrm>
          <a:solidFill>
            <a:srgbClr val="1FF524"/>
          </a:solidFill>
        </p:grpSpPr>
        <p:sp>
          <p:nvSpPr>
            <p:cNvPr id="98" name="Rechthoekige driehoek 97">
              <a:extLst>
                <a:ext uri="{FF2B5EF4-FFF2-40B4-BE49-F238E27FC236}">
                  <a16:creationId xmlns:a16="http://schemas.microsoft.com/office/drawing/2014/main" id="{8EC1B512-EA2C-45D6-BBB8-09CD7012867E}"/>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99" name="Rechthoek 98">
              <a:extLst>
                <a:ext uri="{FF2B5EF4-FFF2-40B4-BE49-F238E27FC236}">
                  <a16:creationId xmlns:a16="http://schemas.microsoft.com/office/drawing/2014/main" id="{F59EF04F-5955-4F1E-B443-2C4755A15CA0}"/>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00" name="Ovaal 99">
              <a:extLst>
                <a:ext uri="{FF2B5EF4-FFF2-40B4-BE49-F238E27FC236}">
                  <a16:creationId xmlns:a16="http://schemas.microsoft.com/office/drawing/2014/main" id="{FFB85E23-4781-4B07-9EB4-20660E9C521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81" name="Groep 80">
            <a:extLst>
              <a:ext uri="{FF2B5EF4-FFF2-40B4-BE49-F238E27FC236}">
                <a16:creationId xmlns:a16="http://schemas.microsoft.com/office/drawing/2014/main" id="{B1A23A34-2BAD-4C92-9C87-15E189C879F5}"/>
              </a:ext>
            </a:extLst>
          </p:cNvPr>
          <p:cNvGrpSpPr/>
          <p:nvPr userDrawn="1"/>
        </p:nvGrpSpPr>
        <p:grpSpPr>
          <a:xfrm>
            <a:off x="12413939" y="5048853"/>
            <a:ext cx="2031067" cy="1812146"/>
            <a:chOff x="12337739" y="5048853"/>
            <a:chExt cx="2031067" cy="1812146"/>
          </a:xfrm>
        </p:grpSpPr>
        <p:sp>
          <p:nvSpPr>
            <p:cNvPr id="82" name="Rechthoek: afgeronde hoeken 81">
              <a:extLst>
                <a:ext uri="{FF2B5EF4-FFF2-40B4-BE49-F238E27FC236}">
                  <a16:creationId xmlns:a16="http://schemas.microsoft.com/office/drawing/2014/main" id="{D5B33E58-7944-4406-986A-39C5F66A5ED9}"/>
                </a:ext>
              </a:extLst>
            </p:cNvPr>
            <p:cNvSpPr/>
            <p:nvPr userDrawn="1"/>
          </p:nvSpPr>
          <p:spPr>
            <a:xfrm>
              <a:off x="12337739" y="5653229"/>
              <a:ext cx="1209600" cy="1207770"/>
            </a:xfrm>
            <a:prstGeom prst="roundRect">
              <a:avLst>
                <a:gd name="adj" fmla="val 2366"/>
              </a:avLst>
            </a:prstGeom>
            <a:solidFill>
              <a:schemeClr val="bg1"/>
            </a:solidFill>
            <a:ln w="12700">
              <a:solidFill>
                <a:schemeClr val="bg1">
                  <a:lumMod val="75000"/>
                </a:schemeClr>
              </a:solidFill>
            </a:ln>
            <a:effectLst>
              <a:outerShdw blurRad="1270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dirty="0" err="1">
                <a:latin typeface="+mj-lt"/>
              </a:endParaRPr>
            </a:p>
          </p:txBody>
        </p:sp>
        <p:pic>
          <p:nvPicPr>
            <p:cNvPr id="84" name="Afbeelding 83">
              <a:hlinkClick r:id="rId5"/>
              <a:extLst>
                <a:ext uri="{FF2B5EF4-FFF2-40B4-BE49-F238E27FC236}">
                  <a16:creationId xmlns:a16="http://schemas.microsoft.com/office/drawing/2014/main" id="{3FC89894-D9D8-4808-A9E5-74A0C432777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361215" y="5675791"/>
              <a:ext cx="1162650" cy="1162648"/>
            </a:xfrm>
            <a:prstGeom prst="rect">
              <a:avLst/>
            </a:prstGeom>
          </p:spPr>
        </p:pic>
        <p:grpSp>
          <p:nvGrpSpPr>
            <p:cNvPr id="85" name="Graphic 8">
              <a:extLst>
                <a:ext uri="{FF2B5EF4-FFF2-40B4-BE49-F238E27FC236}">
                  <a16:creationId xmlns:a16="http://schemas.microsoft.com/office/drawing/2014/main" id="{5BC166BC-C1F0-434B-AE70-9E92FD1919C9}"/>
                </a:ext>
              </a:extLst>
            </p:cNvPr>
            <p:cNvGrpSpPr/>
            <p:nvPr userDrawn="1"/>
          </p:nvGrpSpPr>
          <p:grpSpPr>
            <a:xfrm rot="21195282">
              <a:off x="13140433" y="5048853"/>
              <a:ext cx="1228373" cy="244585"/>
              <a:chOff x="5857875" y="2834225"/>
              <a:chExt cx="3187588" cy="634691"/>
            </a:xfrm>
            <a:solidFill>
              <a:schemeClr val="tx1"/>
            </a:solidFill>
          </p:grpSpPr>
          <p:sp>
            <p:nvSpPr>
              <p:cNvPr id="87" name="Vrije vorm: vorm 86">
                <a:extLst>
                  <a:ext uri="{FF2B5EF4-FFF2-40B4-BE49-F238E27FC236}">
                    <a16:creationId xmlns:a16="http://schemas.microsoft.com/office/drawing/2014/main" id="{59A26197-1102-4847-9BFF-5CFE29A96752}"/>
                  </a:ext>
                </a:extLst>
              </p:cNvPr>
              <p:cNvSpPr/>
              <p:nvPr/>
            </p:nvSpPr>
            <p:spPr>
              <a:xfrm>
                <a:off x="5857875" y="2942790"/>
                <a:ext cx="301285" cy="436189"/>
              </a:xfrm>
              <a:custGeom>
                <a:avLst/>
                <a:gdLst>
                  <a:gd name="connsiteX0" fmla="*/ 244112 w 301285"/>
                  <a:gd name="connsiteY0" fmla="*/ 429123 h 436189"/>
                  <a:gd name="connsiteX1" fmla="*/ 182442 w 301285"/>
                  <a:gd name="connsiteY1" fmla="*/ 436190 h 436189"/>
                  <a:gd name="connsiteX2" fmla="*/ 25054 w 301285"/>
                  <a:gd name="connsiteY2" fmla="*/ 396361 h 436189"/>
                  <a:gd name="connsiteX3" fmla="*/ 0 w 301285"/>
                  <a:gd name="connsiteY3" fmla="*/ 363598 h 436189"/>
                  <a:gd name="connsiteX4" fmla="*/ 6424 w 301285"/>
                  <a:gd name="connsiteY4" fmla="*/ 349466 h 436189"/>
                  <a:gd name="connsiteX5" fmla="*/ 26981 w 301285"/>
                  <a:gd name="connsiteY5" fmla="*/ 335333 h 436189"/>
                  <a:gd name="connsiteX6" fmla="*/ 82227 w 301285"/>
                  <a:gd name="connsiteY6" fmla="*/ 365526 h 436189"/>
                  <a:gd name="connsiteX7" fmla="*/ 181799 w 301285"/>
                  <a:gd name="connsiteY7" fmla="*/ 385440 h 436189"/>
                  <a:gd name="connsiteX8" fmla="*/ 238330 w 301285"/>
                  <a:gd name="connsiteY8" fmla="*/ 370022 h 436189"/>
                  <a:gd name="connsiteX9" fmla="*/ 172806 w 301285"/>
                  <a:gd name="connsiteY9" fmla="*/ 308994 h 436189"/>
                  <a:gd name="connsiteX10" fmla="*/ 29550 w 301285"/>
                  <a:gd name="connsiteY10" fmla="*/ 143255 h 436189"/>
                  <a:gd name="connsiteX11" fmla="*/ 95718 w 301285"/>
                  <a:gd name="connsiteY11" fmla="*/ 15418 h 436189"/>
                  <a:gd name="connsiteX12" fmla="*/ 142613 w 301285"/>
                  <a:gd name="connsiteY12" fmla="*/ 0 h 436189"/>
                  <a:gd name="connsiteX13" fmla="*/ 193362 w 301285"/>
                  <a:gd name="connsiteY13" fmla="*/ 3212 h 436189"/>
                  <a:gd name="connsiteX14" fmla="*/ 201714 w 301285"/>
                  <a:gd name="connsiteY14" fmla="*/ 3212 h 436189"/>
                  <a:gd name="connsiteX15" fmla="*/ 240258 w 301285"/>
                  <a:gd name="connsiteY15" fmla="*/ 21842 h 436189"/>
                  <a:gd name="connsiteX16" fmla="*/ 291650 w 301285"/>
                  <a:gd name="connsiteY16" fmla="*/ 95075 h 436189"/>
                  <a:gd name="connsiteX17" fmla="*/ 261457 w 301285"/>
                  <a:gd name="connsiteY17" fmla="*/ 115632 h 436189"/>
                  <a:gd name="connsiteX18" fmla="*/ 245397 w 301285"/>
                  <a:gd name="connsiteY18" fmla="*/ 113062 h 436189"/>
                  <a:gd name="connsiteX19" fmla="*/ 177302 w 301285"/>
                  <a:gd name="connsiteY19" fmla="*/ 48822 h 436189"/>
                  <a:gd name="connsiteX20" fmla="*/ 93148 w 301285"/>
                  <a:gd name="connsiteY20" fmla="*/ 112420 h 436189"/>
                  <a:gd name="connsiteX21" fmla="*/ 88651 w 301285"/>
                  <a:gd name="connsiteY21" fmla="*/ 145825 h 436189"/>
                  <a:gd name="connsiteX22" fmla="*/ 116274 w 301285"/>
                  <a:gd name="connsiteY22" fmla="*/ 210707 h 436189"/>
                  <a:gd name="connsiteX23" fmla="*/ 300643 w 301285"/>
                  <a:gd name="connsiteY23" fmla="*/ 368738 h 436189"/>
                  <a:gd name="connsiteX24" fmla="*/ 301286 w 301285"/>
                  <a:gd name="connsiteY24" fmla="*/ 375162 h 436189"/>
                  <a:gd name="connsiteX25" fmla="*/ 301286 w 301285"/>
                  <a:gd name="connsiteY25" fmla="*/ 375804 h 436189"/>
                  <a:gd name="connsiteX26" fmla="*/ 244112 w 301285"/>
                  <a:gd name="connsiteY26" fmla="*/ 429123 h 43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1285" h="436189">
                    <a:moveTo>
                      <a:pt x="244112" y="429123"/>
                    </a:moveTo>
                    <a:cubicBezTo>
                      <a:pt x="223555" y="433620"/>
                      <a:pt x="202356" y="436190"/>
                      <a:pt x="182442" y="436190"/>
                    </a:cubicBezTo>
                    <a:cubicBezTo>
                      <a:pt x="127195" y="436190"/>
                      <a:pt x="73876" y="420130"/>
                      <a:pt x="25054" y="396361"/>
                    </a:cubicBezTo>
                    <a:cubicBezTo>
                      <a:pt x="14775" y="388652"/>
                      <a:pt x="0" y="375804"/>
                      <a:pt x="0" y="363598"/>
                    </a:cubicBezTo>
                    <a:cubicBezTo>
                      <a:pt x="0" y="359102"/>
                      <a:pt x="1285" y="354605"/>
                      <a:pt x="6424" y="349466"/>
                    </a:cubicBezTo>
                    <a:cubicBezTo>
                      <a:pt x="12848" y="339830"/>
                      <a:pt x="19914" y="335975"/>
                      <a:pt x="26981" y="335333"/>
                    </a:cubicBezTo>
                    <a:cubicBezTo>
                      <a:pt x="45610" y="335333"/>
                      <a:pt x="64240" y="361029"/>
                      <a:pt x="82227" y="365526"/>
                    </a:cubicBezTo>
                    <a:cubicBezTo>
                      <a:pt x="113062" y="373234"/>
                      <a:pt x="147752" y="385440"/>
                      <a:pt x="181799" y="385440"/>
                    </a:cubicBezTo>
                    <a:cubicBezTo>
                      <a:pt x="201071" y="385440"/>
                      <a:pt x="220343" y="381586"/>
                      <a:pt x="238330" y="370022"/>
                    </a:cubicBezTo>
                    <a:cubicBezTo>
                      <a:pt x="227410" y="343684"/>
                      <a:pt x="196574" y="325054"/>
                      <a:pt x="172806" y="308994"/>
                    </a:cubicBezTo>
                    <a:cubicBezTo>
                      <a:pt x="113705" y="269166"/>
                      <a:pt x="30193" y="222913"/>
                      <a:pt x="29550" y="143255"/>
                    </a:cubicBezTo>
                    <a:cubicBezTo>
                      <a:pt x="29550" y="93790"/>
                      <a:pt x="55246" y="48180"/>
                      <a:pt x="95718" y="15418"/>
                    </a:cubicBezTo>
                    <a:cubicBezTo>
                      <a:pt x="111135" y="3212"/>
                      <a:pt x="126553" y="0"/>
                      <a:pt x="142613" y="0"/>
                    </a:cubicBezTo>
                    <a:cubicBezTo>
                      <a:pt x="158673" y="0"/>
                      <a:pt x="176018" y="3212"/>
                      <a:pt x="193362" y="3212"/>
                    </a:cubicBezTo>
                    <a:lnTo>
                      <a:pt x="201714" y="3212"/>
                    </a:lnTo>
                    <a:lnTo>
                      <a:pt x="240258" y="21842"/>
                    </a:lnTo>
                    <a:cubicBezTo>
                      <a:pt x="264026" y="41756"/>
                      <a:pt x="281371" y="66810"/>
                      <a:pt x="291650" y="95075"/>
                    </a:cubicBezTo>
                    <a:cubicBezTo>
                      <a:pt x="289080" y="110493"/>
                      <a:pt x="274947" y="115632"/>
                      <a:pt x="261457" y="115632"/>
                    </a:cubicBezTo>
                    <a:cubicBezTo>
                      <a:pt x="256318" y="115632"/>
                      <a:pt x="250536" y="114990"/>
                      <a:pt x="245397" y="113062"/>
                    </a:cubicBezTo>
                    <a:cubicBezTo>
                      <a:pt x="228694" y="89294"/>
                      <a:pt x="213277" y="50750"/>
                      <a:pt x="177302" y="48822"/>
                    </a:cubicBezTo>
                    <a:cubicBezTo>
                      <a:pt x="140686" y="53962"/>
                      <a:pt x="105354" y="75803"/>
                      <a:pt x="93148" y="112420"/>
                    </a:cubicBezTo>
                    <a:cubicBezTo>
                      <a:pt x="89936" y="122698"/>
                      <a:pt x="88651" y="134262"/>
                      <a:pt x="88651" y="145825"/>
                    </a:cubicBezTo>
                    <a:cubicBezTo>
                      <a:pt x="88651" y="170236"/>
                      <a:pt x="97002" y="195932"/>
                      <a:pt x="116274" y="210707"/>
                    </a:cubicBezTo>
                    <a:cubicBezTo>
                      <a:pt x="176660" y="267238"/>
                      <a:pt x="264669" y="292292"/>
                      <a:pt x="300643" y="368738"/>
                    </a:cubicBezTo>
                    <a:cubicBezTo>
                      <a:pt x="301286" y="370665"/>
                      <a:pt x="301286" y="373234"/>
                      <a:pt x="301286" y="375162"/>
                    </a:cubicBezTo>
                    <a:lnTo>
                      <a:pt x="301286" y="375804"/>
                    </a:lnTo>
                    <a:cubicBezTo>
                      <a:pt x="301286" y="406639"/>
                      <a:pt x="264026" y="416918"/>
                      <a:pt x="244112" y="429123"/>
                    </a:cubicBezTo>
                    <a:close/>
                  </a:path>
                </a:pathLst>
              </a:custGeom>
              <a:grpFill/>
              <a:ln w="64198" cap="flat">
                <a:noFill/>
                <a:prstDash val="solid"/>
                <a:miter/>
              </a:ln>
            </p:spPr>
            <p:txBody>
              <a:bodyPr rtlCol="0" anchor="ctr"/>
              <a:lstStyle/>
              <a:p>
                <a:endParaRPr lang="nl-NL">
                  <a:solidFill>
                    <a:schemeClr val="accent1"/>
                  </a:solidFill>
                </a:endParaRPr>
              </a:p>
            </p:txBody>
          </p:sp>
          <p:sp>
            <p:nvSpPr>
              <p:cNvPr id="88" name="Vrije vorm: vorm 87">
                <a:extLst>
                  <a:ext uri="{FF2B5EF4-FFF2-40B4-BE49-F238E27FC236}">
                    <a16:creationId xmlns:a16="http://schemas.microsoft.com/office/drawing/2014/main" id="{36C59B40-0107-4EF1-9494-8C5155D0FA15}"/>
                  </a:ext>
                </a:extLst>
              </p:cNvPr>
              <p:cNvSpPr/>
              <p:nvPr/>
            </p:nvSpPr>
            <p:spPr>
              <a:xfrm>
                <a:off x="6173293" y="3085403"/>
                <a:ext cx="223555" cy="304497"/>
              </a:xfrm>
              <a:custGeom>
                <a:avLst/>
                <a:gdLst>
                  <a:gd name="connsiteX0" fmla="*/ 148394 w 223555"/>
                  <a:gd name="connsiteY0" fmla="*/ 290365 h 304497"/>
                  <a:gd name="connsiteX1" fmla="*/ 77088 w 223555"/>
                  <a:gd name="connsiteY1" fmla="*/ 304498 h 304497"/>
                  <a:gd name="connsiteX2" fmla="*/ 16702 w 223555"/>
                  <a:gd name="connsiteY2" fmla="*/ 273662 h 304497"/>
                  <a:gd name="connsiteX3" fmla="*/ 0 w 223555"/>
                  <a:gd name="connsiteY3" fmla="*/ 214562 h 304497"/>
                  <a:gd name="connsiteX4" fmla="*/ 39829 w 223555"/>
                  <a:gd name="connsiteY4" fmla="*/ 60386 h 304497"/>
                  <a:gd name="connsiteX5" fmla="*/ 93148 w 223555"/>
                  <a:gd name="connsiteY5" fmla="*/ 30193 h 304497"/>
                  <a:gd name="connsiteX6" fmla="*/ 107923 w 223555"/>
                  <a:gd name="connsiteY6" fmla="*/ 3212 h 304497"/>
                  <a:gd name="connsiteX7" fmla="*/ 123983 w 223555"/>
                  <a:gd name="connsiteY7" fmla="*/ 0 h 304497"/>
                  <a:gd name="connsiteX8" fmla="*/ 177302 w 223555"/>
                  <a:gd name="connsiteY8" fmla="*/ 37902 h 304497"/>
                  <a:gd name="connsiteX9" fmla="*/ 149037 w 223555"/>
                  <a:gd name="connsiteY9" fmla="*/ 114347 h 304497"/>
                  <a:gd name="connsiteX10" fmla="*/ 134904 w 223555"/>
                  <a:gd name="connsiteY10" fmla="*/ 125268 h 304497"/>
                  <a:gd name="connsiteX11" fmla="*/ 101499 w 223555"/>
                  <a:gd name="connsiteY11" fmla="*/ 106638 h 304497"/>
                  <a:gd name="connsiteX12" fmla="*/ 75803 w 223555"/>
                  <a:gd name="connsiteY12" fmla="*/ 116917 h 304497"/>
                  <a:gd name="connsiteX13" fmla="*/ 65525 w 223555"/>
                  <a:gd name="connsiteY13" fmla="*/ 237046 h 304497"/>
                  <a:gd name="connsiteX14" fmla="*/ 95718 w 223555"/>
                  <a:gd name="connsiteY14" fmla="*/ 252463 h 304497"/>
                  <a:gd name="connsiteX15" fmla="*/ 107923 w 223555"/>
                  <a:gd name="connsiteY15" fmla="*/ 251178 h 304497"/>
                  <a:gd name="connsiteX16" fmla="*/ 190150 w 223555"/>
                  <a:gd name="connsiteY16" fmla="*/ 208138 h 304497"/>
                  <a:gd name="connsiteX17" fmla="*/ 223555 w 223555"/>
                  <a:gd name="connsiteY17" fmla="*/ 229979 h 304497"/>
                  <a:gd name="connsiteX18" fmla="*/ 148394 w 223555"/>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555"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037" y="114347"/>
                    </a:cubicBezTo>
                    <a:cubicBezTo>
                      <a:pt x="143898" y="121414"/>
                      <a:pt x="139401" y="124626"/>
                      <a:pt x="134904" y="125268"/>
                    </a:cubicBezTo>
                    <a:cubicBezTo>
                      <a:pt x="122698" y="125268"/>
                      <a:pt x="112420" y="107281"/>
                      <a:pt x="101499" y="106638"/>
                    </a:cubicBezTo>
                    <a:cubicBezTo>
                      <a:pt x="97002" y="106638"/>
                      <a:pt x="81585" y="106638"/>
                      <a:pt x="75803" y="116917"/>
                    </a:cubicBezTo>
                    <a:cubicBezTo>
                      <a:pt x="59101" y="150322"/>
                      <a:pt x="53962" y="213919"/>
                      <a:pt x="65525" y="237046"/>
                    </a:cubicBezTo>
                    <a:cubicBezTo>
                      <a:pt x="72591" y="247966"/>
                      <a:pt x="83512" y="252463"/>
                      <a:pt x="95718" y="252463"/>
                    </a:cubicBezTo>
                    <a:cubicBezTo>
                      <a:pt x="99572" y="252463"/>
                      <a:pt x="103426" y="251821"/>
                      <a:pt x="107923" y="251178"/>
                    </a:cubicBezTo>
                    <a:cubicBezTo>
                      <a:pt x="137474" y="244112"/>
                      <a:pt x="163170" y="208780"/>
                      <a:pt x="190150" y="208138"/>
                    </a:cubicBezTo>
                    <a:cubicBezTo>
                      <a:pt x="201071" y="208138"/>
                      <a:pt x="211992" y="214562"/>
                      <a:pt x="223555" y="229979"/>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89" name="Vrije vorm: vorm 88">
                <a:extLst>
                  <a:ext uri="{FF2B5EF4-FFF2-40B4-BE49-F238E27FC236}">
                    <a16:creationId xmlns:a16="http://schemas.microsoft.com/office/drawing/2014/main" id="{E294FE8C-DAE2-4564-A52E-A3C03D427124}"/>
                  </a:ext>
                </a:extLst>
              </p:cNvPr>
              <p:cNvSpPr/>
              <p:nvPr/>
            </p:nvSpPr>
            <p:spPr>
              <a:xfrm>
                <a:off x="6417405" y="3072555"/>
                <a:ext cx="226767" cy="328908"/>
              </a:xfrm>
              <a:custGeom>
                <a:avLst/>
                <a:gdLst>
                  <a:gd name="connsiteX0" fmla="*/ 217131 w 226767"/>
                  <a:gd name="connsiteY0" fmla="*/ 290365 h 328908"/>
                  <a:gd name="connsiteX1" fmla="*/ 182442 w 226767"/>
                  <a:gd name="connsiteY1" fmla="*/ 309637 h 328908"/>
                  <a:gd name="connsiteX2" fmla="*/ 162527 w 226767"/>
                  <a:gd name="connsiteY2" fmla="*/ 305782 h 328908"/>
                  <a:gd name="connsiteX3" fmla="*/ 85439 w 226767"/>
                  <a:gd name="connsiteY3" fmla="*/ 328909 h 328908"/>
                  <a:gd name="connsiteX4" fmla="*/ 46895 w 226767"/>
                  <a:gd name="connsiteY4" fmla="*/ 317346 h 328908"/>
                  <a:gd name="connsiteX5" fmla="*/ 3854 w 226767"/>
                  <a:gd name="connsiteY5" fmla="*/ 274305 h 328908"/>
                  <a:gd name="connsiteX6" fmla="*/ 0 w 226767"/>
                  <a:gd name="connsiteY6" fmla="*/ 247324 h 328908"/>
                  <a:gd name="connsiteX7" fmla="*/ 27623 w 226767"/>
                  <a:gd name="connsiteY7" fmla="*/ 181799 h 328908"/>
                  <a:gd name="connsiteX8" fmla="*/ 107923 w 226767"/>
                  <a:gd name="connsiteY8" fmla="*/ 142613 h 328908"/>
                  <a:gd name="connsiteX9" fmla="*/ 112420 w 226767"/>
                  <a:gd name="connsiteY9" fmla="*/ 142613 h 328908"/>
                  <a:gd name="connsiteX10" fmla="*/ 114990 w 226767"/>
                  <a:gd name="connsiteY10" fmla="*/ 143255 h 328908"/>
                  <a:gd name="connsiteX11" fmla="*/ 149037 w 226767"/>
                  <a:gd name="connsiteY11" fmla="*/ 156103 h 328908"/>
                  <a:gd name="connsiteX12" fmla="*/ 159315 w 226767"/>
                  <a:gd name="connsiteY12" fmla="*/ 154818 h 328908"/>
                  <a:gd name="connsiteX13" fmla="*/ 163812 w 226767"/>
                  <a:gd name="connsiteY13" fmla="*/ 129122 h 328908"/>
                  <a:gd name="connsiteX14" fmla="*/ 131692 w 226767"/>
                  <a:gd name="connsiteY14" fmla="*/ 57174 h 328908"/>
                  <a:gd name="connsiteX15" fmla="*/ 127195 w 226767"/>
                  <a:gd name="connsiteY15" fmla="*/ 56531 h 328908"/>
                  <a:gd name="connsiteX16" fmla="*/ 71949 w 226767"/>
                  <a:gd name="connsiteY16" fmla="*/ 76446 h 328908"/>
                  <a:gd name="connsiteX17" fmla="*/ 52677 w 226767"/>
                  <a:gd name="connsiteY17" fmla="*/ 53319 h 328908"/>
                  <a:gd name="connsiteX18" fmla="*/ 106638 w 226767"/>
                  <a:gd name="connsiteY18" fmla="*/ 0 h 328908"/>
                  <a:gd name="connsiteX19" fmla="*/ 195290 w 226767"/>
                  <a:gd name="connsiteY19" fmla="*/ 41114 h 328908"/>
                  <a:gd name="connsiteX20" fmla="*/ 226767 w 226767"/>
                  <a:gd name="connsiteY20" fmla="*/ 202998 h 328908"/>
                  <a:gd name="connsiteX21" fmla="*/ 226125 w 226767"/>
                  <a:gd name="connsiteY21" fmla="*/ 202998 h 328908"/>
                  <a:gd name="connsiteX22" fmla="*/ 217131 w 226767"/>
                  <a:gd name="connsiteY22" fmla="*/ 290365 h 328908"/>
                  <a:gd name="connsiteX23" fmla="*/ 134904 w 226767"/>
                  <a:gd name="connsiteY23" fmla="*/ 221628 h 328908"/>
                  <a:gd name="connsiteX24" fmla="*/ 134904 w 226767"/>
                  <a:gd name="connsiteY24" fmla="*/ 216489 h 328908"/>
                  <a:gd name="connsiteX25" fmla="*/ 116274 w 226767"/>
                  <a:gd name="connsiteY25" fmla="*/ 201714 h 328908"/>
                  <a:gd name="connsiteX26" fmla="*/ 73234 w 226767"/>
                  <a:gd name="connsiteY26" fmla="*/ 218416 h 328908"/>
                  <a:gd name="connsiteX27" fmla="*/ 62313 w 226767"/>
                  <a:gd name="connsiteY27" fmla="*/ 252463 h 328908"/>
                  <a:gd name="connsiteX28" fmla="*/ 73234 w 226767"/>
                  <a:gd name="connsiteY28" fmla="*/ 264026 h 328908"/>
                  <a:gd name="connsiteX29" fmla="*/ 98930 w 226767"/>
                  <a:gd name="connsiteY29" fmla="*/ 268523 h 328908"/>
                  <a:gd name="connsiteX30" fmla="*/ 124626 w 226767"/>
                  <a:gd name="connsiteY30" fmla="*/ 260172 h 328908"/>
                  <a:gd name="connsiteX31" fmla="*/ 136831 w 226767"/>
                  <a:gd name="connsiteY31" fmla="*/ 241542 h 328908"/>
                  <a:gd name="connsiteX32" fmla="*/ 134904 w 226767"/>
                  <a:gd name="connsiteY32" fmla="*/ 221628 h 32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6767" h="328908">
                    <a:moveTo>
                      <a:pt x="217131" y="290365"/>
                    </a:moveTo>
                    <a:cubicBezTo>
                      <a:pt x="209422" y="304498"/>
                      <a:pt x="196574" y="309637"/>
                      <a:pt x="182442" y="309637"/>
                    </a:cubicBezTo>
                    <a:cubicBezTo>
                      <a:pt x="175375" y="309637"/>
                      <a:pt x="168309" y="308352"/>
                      <a:pt x="162527" y="305782"/>
                    </a:cubicBezTo>
                    <a:cubicBezTo>
                      <a:pt x="140043" y="316061"/>
                      <a:pt x="112420" y="328909"/>
                      <a:pt x="85439" y="328909"/>
                    </a:cubicBezTo>
                    <a:cubicBezTo>
                      <a:pt x="72591" y="328909"/>
                      <a:pt x="59101" y="325697"/>
                      <a:pt x="46895" y="317346"/>
                    </a:cubicBezTo>
                    <a:cubicBezTo>
                      <a:pt x="26981" y="312849"/>
                      <a:pt x="16060" y="290365"/>
                      <a:pt x="3854" y="274305"/>
                    </a:cubicBezTo>
                    <a:cubicBezTo>
                      <a:pt x="1927" y="265311"/>
                      <a:pt x="0" y="256318"/>
                      <a:pt x="0" y="247324"/>
                    </a:cubicBezTo>
                    <a:cubicBezTo>
                      <a:pt x="0" y="223555"/>
                      <a:pt x="8994" y="199786"/>
                      <a:pt x="27623" y="181799"/>
                    </a:cubicBezTo>
                    <a:cubicBezTo>
                      <a:pt x="50750" y="158673"/>
                      <a:pt x="75161" y="142613"/>
                      <a:pt x="107923" y="142613"/>
                    </a:cubicBezTo>
                    <a:lnTo>
                      <a:pt x="112420" y="142613"/>
                    </a:lnTo>
                    <a:cubicBezTo>
                      <a:pt x="113062" y="142613"/>
                      <a:pt x="113705" y="142613"/>
                      <a:pt x="114990" y="143255"/>
                    </a:cubicBezTo>
                    <a:cubicBezTo>
                      <a:pt x="129122" y="143255"/>
                      <a:pt x="136831" y="156103"/>
                      <a:pt x="149037" y="156103"/>
                    </a:cubicBezTo>
                    <a:cubicBezTo>
                      <a:pt x="152249" y="156103"/>
                      <a:pt x="155461" y="155461"/>
                      <a:pt x="159315" y="154818"/>
                    </a:cubicBezTo>
                    <a:cubicBezTo>
                      <a:pt x="162527" y="146467"/>
                      <a:pt x="163812" y="138116"/>
                      <a:pt x="163812" y="129122"/>
                    </a:cubicBezTo>
                    <a:cubicBezTo>
                      <a:pt x="163812" y="102784"/>
                      <a:pt x="152249" y="66167"/>
                      <a:pt x="131692" y="57174"/>
                    </a:cubicBezTo>
                    <a:cubicBezTo>
                      <a:pt x="130407" y="56531"/>
                      <a:pt x="128480" y="56531"/>
                      <a:pt x="127195" y="56531"/>
                    </a:cubicBezTo>
                    <a:cubicBezTo>
                      <a:pt x="108566" y="56531"/>
                      <a:pt x="87366" y="76446"/>
                      <a:pt x="71949" y="76446"/>
                    </a:cubicBezTo>
                    <a:cubicBezTo>
                      <a:pt x="63598" y="76446"/>
                      <a:pt x="56531" y="71306"/>
                      <a:pt x="52677" y="53319"/>
                    </a:cubicBezTo>
                    <a:cubicBezTo>
                      <a:pt x="53962" y="22484"/>
                      <a:pt x="82227" y="11563"/>
                      <a:pt x="106638" y="0"/>
                    </a:cubicBezTo>
                    <a:cubicBezTo>
                      <a:pt x="141328" y="1285"/>
                      <a:pt x="179230" y="4497"/>
                      <a:pt x="195290" y="41114"/>
                    </a:cubicBezTo>
                    <a:cubicBezTo>
                      <a:pt x="217131" y="88651"/>
                      <a:pt x="226767" y="145825"/>
                      <a:pt x="226767" y="202998"/>
                    </a:cubicBezTo>
                    <a:lnTo>
                      <a:pt x="226125" y="202998"/>
                    </a:lnTo>
                    <a:cubicBezTo>
                      <a:pt x="224840" y="232549"/>
                      <a:pt x="222913" y="261457"/>
                      <a:pt x="217131" y="290365"/>
                    </a:cubicBezTo>
                    <a:close/>
                    <a:moveTo>
                      <a:pt x="134904" y="221628"/>
                    </a:moveTo>
                    <a:lnTo>
                      <a:pt x="134904" y="216489"/>
                    </a:lnTo>
                    <a:cubicBezTo>
                      <a:pt x="130407" y="205568"/>
                      <a:pt x="123983" y="201714"/>
                      <a:pt x="116274" y="201714"/>
                    </a:cubicBezTo>
                    <a:cubicBezTo>
                      <a:pt x="101499" y="201714"/>
                      <a:pt x="84154" y="209422"/>
                      <a:pt x="73234" y="218416"/>
                    </a:cubicBezTo>
                    <a:cubicBezTo>
                      <a:pt x="66810" y="226125"/>
                      <a:pt x="62313" y="238330"/>
                      <a:pt x="62313" y="252463"/>
                    </a:cubicBezTo>
                    <a:cubicBezTo>
                      <a:pt x="62313" y="256318"/>
                      <a:pt x="66810" y="260814"/>
                      <a:pt x="73234" y="264026"/>
                    </a:cubicBezTo>
                    <a:cubicBezTo>
                      <a:pt x="80300" y="266596"/>
                      <a:pt x="89294" y="268523"/>
                      <a:pt x="98930" y="268523"/>
                    </a:cubicBezTo>
                    <a:cubicBezTo>
                      <a:pt x="108566" y="268523"/>
                      <a:pt x="117559" y="265954"/>
                      <a:pt x="124626" y="260172"/>
                    </a:cubicBezTo>
                    <a:cubicBezTo>
                      <a:pt x="134904" y="256318"/>
                      <a:pt x="136831" y="249251"/>
                      <a:pt x="136831" y="241542"/>
                    </a:cubicBezTo>
                    <a:cubicBezTo>
                      <a:pt x="136189" y="235761"/>
                      <a:pt x="134904" y="228694"/>
                      <a:pt x="134904" y="221628"/>
                    </a:cubicBezTo>
                    <a:close/>
                  </a:path>
                </a:pathLst>
              </a:custGeom>
              <a:grpFill/>
              <a:ln w="64198" cap="flat">
                <a:noFill/>
                <a:prstDash val="solid"/>
                <a:miter/>
              </a:ln>
            </p:spPr>
            <p:txBody>
              <a:bodyPr rtlCol="0" anchor="ctr"/>
              <a:lstStyle/>
              <a:p>
                <a:endParaRPr lang="nl-NL">
                  <a:solidFill>
                    <a:schemeClr val="accent1"/>
                  </a:solidFill>
                </a:endParaRPr>
              </a:p>
            </p:txBody>
          </p:sp>
          <p:sp>
            <p:nvSpPr>
              <p:cNvPr id="90" name="Vrije vorm: vorm 89">
                <a:extLst>
                  <a:ext uri="{FF2B5EF4-FFF2-40B4-BE49-F238E27FC236}">
                    <a16:creationId xmlns:a16="http://schemas.microsoft.com/office/drawing/2014/main" id="{8DEB11F6-DDF1-4A29-A848-3CB185BAEFA3}"/>
                  </a:ext>
                </a:extLst>
              </p:cNvPr>
              <p:cNvSpPr/>
              <p:nvPr/>
            </p:nvSpPr>
            <p:spPr>
              <a:xfrm>
                <a:off x="6679504" y="3141934"/>
                <a:ext cx="223555" cy="244754"/>
              </a:xfrm>
              <a:custGeom>
                <a:avLst/>
                <a:gdLst>
                  <a:gd name="connsiteX0" fmla="*/ 202998 w 223555"/>
                  <a:gd name="connsiteY0" fmla="*/ 240900 h 244754"/>
                  <a:gd name="connsiteX1" fmla="*/ 168309 w 223555"/>
                  <a:gd name="connsiteY1" fmla="*/ 181799 h 244754"/>
                  <a:gd name="connsiteX2" fmla="*/ 168951 w 223555"/>
                  <a:gd name="connsiteY2" fmla="*/ 147752 h 244754"/>
                  <a:gd name="connsiteX3" fmla="*/ 132977 w 223555"/>
                  <a:gd name="connsiteY3" fmla="*/ 86082 h 244754"/>
                  <a:gd name="connsiteX4" fmla="*/ 71306 w 223555"/>
                  <a:gd name="connsiteY4" fmla="*/ 229337 h 244754"/>
                  <a:gd name="connsiteX5" fmla="*/ 45610 w 223555"/>
                  <a:gd name="connsiteY5" fmla="*/ 244754 h 244754"/>
                  <a:gd name="connsiteX6" fmla="*/ 32762 w 223555"/>
                  <a:gd name="connsiteY6" fmla="*/ 240900 h 244754"/>
                  <a:gd name="connsiteX7" fmla="*/ 12206 w 223555"/>
                  <a:gd name="connsiteY7" fmla="*/ 201071 h 244754"/>
                  <a:gd name="connsiteX8" fmla="*/ 19272 w 223555"/>
                  <a:gd name="connsiteY8" fmla="*/ 141970 h 244754"/>
                  <a:gd name="connsiteX9" fmla="*/ 16702 w 223555"/>
                  <a:gd name="connsiteY9" fmla="*/ 123983 h 244754"/>
                  <a:gd name="connsiteX10" fmla="*/ 16702 w 223555"/>
                  <a:gd name="connsiteY10" fmla="*/ 122056 h 244754"/>
                  <a:gd name="connsiteX11" fmla="*/ 642 w 223555"/>
                  <a:gd name="connsiteY11" fmla="*/ 10921 h 244754"/>
                  <a:gd name="connsiteX12" fmla="*/ 0 w 223555"/>
                  <a:gd name="connsiteY12" fmla="*/ 8351 h 244754"/>
                  <a:gd name="connsiteX13" fmla="*/ 23126 w 223555"/>
                  <a:gd name="connsiteY13" fmla="*/ 0 h 244754"/>
                  <a:gd name="connsiteX14" fmla="*/ 53962 w 223555"/>
                  <a:gd name="connsiteY14" fmla="*/ 18630 h 244754"/>
                  <a:gd name="connsiteX15" fmla="*/ 70664 w 223555"/>
                  <a:gd name="connsiteY15" fmla="*/ 57816 h 244754"/>
                  <a:gd name="connsiteX16" fmla="*/ 131692 w 223555"/>
                  <a:gd name="connsiteY16" fmla="*/ 23126 h 244754"/>
                  <a:gd name="connsiteX17" fmla="*/ 136189 w 223555"/>
                  <a:gd name="connsiteY17" fmla="*/ 23126 h 244754"/>
                  <a:gd name="connsiteX18" fmla="*/ 222270 w 223555"/>
                  <a:gd name="connsiteY18" fmla="*/ 154818 h 244754"/>
                  <a:gd name="connsiteX19" fmla="*/ 222270 w 223555"/>
                  <a:gd name="connsiteY19" fmla="*/ 154818 h 244754"/>
                  <a:gd name="connsiteX20" fmla="*/ 220986 w 223555"/>
                  <a:gd name="connsiteY20" fmla="*/ 169594 h 244754"/>
                  <a:gd name="connsiteX21" fmla="*/ 223555 w 223555"/>
                  <a:gd name="connsiteY21" fmla="*/ 208138 h 244754"/>
                  <a:gd name="connsiteX22" fmla="*/ 202998 w 223555"/>
                  <a:gd name="connsiteY22" fmla="*/ 240900 h 24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3555" h="244754">
                    <a:moveTo>
                      <a:pt x="202998" y="240900"/>
                    </a:moveTo>
                    <a:cubicBezTo>
                      <a:pt x="172806" y="236403"/>
                      <a:pt x="168309" y="210707"/>
                      <a:pt x="168309" y="181799"/>
                    </a:cubicBezTo>
                    <a:cubicBezTo>
                      <a:pt x="168309" y="170878"/>
                      <a:pt x="168951" y="159315"/>
                      <a:pt x="168951" y="147752"/>
                    </a:cubicBezTo>
                    <a:cubicBezTo>
                      <a:pt x="168951" y="120771"/>
                      <a:pt x="159958" y="96360"/>
                      <a:pt x="132977" y="86082"/>
                    </a:cubicBezTo>
                    <a:cubicBezTo>
                      <a:pt x="93148" y="107923"/>
                      <a:pt x="70664" y="167024"/>
                      <a:pt x="71306" y="229337"/>
                    </a:cubicBezTo>
                    <a:cubicBezTo>
                      <a:pt x="64882" y="238330"/>
                      <a:pt x="54604" y="244754"/>
                      <a:pt x="45610" y="244754"/>
                    </a:cubicBezTo>
                    <a:cubicBezTo>
                      <a:pt x="41114" y="244754"/>
                      <a:pt x="36617" y="243470"/>
                      <a:pt x="32762" y="240900"/>
                    </a:cubicBezTo>
                    <a:cubicBezTo>
                      <a:pt x="17345" y="229979"/>
                      <a:pt x="12206" y="216489"/>
                      <a:pt x="12206" y="201071"/>
                    </a:cubicBezTo>
                    <a:cubicBezTo>
                      <a:pt x="10921" y="182442"/>
                      <a:pt x="18630" y="161242"/>
                      <a:pt x="19272" y="141970"/>
                    </a:cubicBezTo>
                    <a:cubicBezTo>
                      <a:pt x="19272" y="135546"/>
                      <a:pt x="18630" y="130407"/>
                      <a:pt x="16702" y="123983"/>
                    </a:cubicBezTo>
                    <a:lnTo>
                      <a:pt x="16702" y="122056"/>
                    </a:lnTo>
                    <a:cubicBezTo>
                      <a:pt x="16702" y="82870"/>
                      <a:pt x="642" y="45610"/>
                      <a:pt x="642" y="10921"/>
                    </a:cubicBezTo>
                    <a:cubicBezTo>
                      <a:pt x="642" y="10278"/>
                      <a:pt x="642" y="9636"/>
                      <a:pt x="0" y="8351"/>
                    </a:cubicBezTo>
                    <a:cubicBezTo>
                      <a:pt x="6424" y="3212"/>
                      <a:pt x="14775" y="0"/>
                      <a:pt x="23126" y="0"/>
                    </a:cubicBezTo>
                    <a:cubicBezTo>
                      <a:pt x="35332" y="0"/>
                      <a:pt x="47538" y="6424"/>
                      <a:pt x="53962" y="18630"/>
                    </a:cubicBezTo>
                    <a:cubicBezTo>
                      <a:pt x="60386" y="30835"/>
                      <a:pt x="58458" y="46895"/>
                      <a:pt x="70664" y="57816"/>
                    </a:cubicBezTo>
                    <a:cubicBezTo>
                      <a:pt x="86724" y="35974"/>
                      <a:pt x="106638" y="23126"/>
                      <a:pt x="131692" y="23126"/>
                    </a:cubicBezTo>
                    <a:lnTo>
                      <a:pt x="136189" y="23126"/>
                    </a:lnTo>
                    <a:cubicBezTo>
                      <a:pt x="197859" y="35332"/>
                      <a:pt x="213919" y="88651"/>
                      <a:pt x="222270" y="154818"/>
                    </a:cubicBezTo>
                    <a:lnTo>
                      <a:pt x="222270" y="154818"/>
                    </a:lnTo>
                    <a:cubicBezTo>
                      <a:pt x="221628" y="159315"/>
                      <a:pt x="220986" y="163812"/>
                      <a:pt x="220986" y="169594"/>
                    </a:cubicBezTo>
                    <a:cubicBezTo>
                      <a:pt x="220986" y="181799"/>
                      <a:pt x="223555" y="195932"/>
                      <a:pt x="223555" y="208138"/>
                    </a:cubicBezTo>
                    <a:cubicBezTo>
                      <a:pt x="222913" y="222270"/>
                      <a:pt x="219058" y="234476"/>
                      <a:pt x="202998" y="240900"/>
                    </a:cubicBezTo>
                    <a:close/>
                  </a:path>
                </a:pathLst>
              </a:custGeom>
              <a:grpFill/>
              <a:ln w="64198" cap="flat">
                <a:noFill/>
                <a:prstDash val="solid"/>
                <a:miter/>
              </a:ln>
            </p:spPr>
            <p:txBody>
              <a:bodyPr rtlCol="0" anchor="ctr"/>
              <a:lstStyle/>
              <a:p>
                <a:endParaRPr lang="nl-NL">
                  <a:solidFill>
                    <a:schemeClr val="accent1"/>
                  </a:solidFill>
                </a:endParaRPr>
              </a:p>
            </p:txBody>
          </p:sp>
          <p:sp>
            <p:nvSpPr>
              <p:cNvPr id="91" name="Vrije vorm: vorm 90">
                <a:extLst>
                  <a:ext uri="{FF2B5EF4-FFF2-40B4-BE49-F238E27FC236}">
                    <a16:creationId xmlns:a16="http://schemas.microsoft.com/office/drawing/2014/main" id="{D617F3A0-B87A-41E5-8097-45880AC03DD1}"/>
                  </a:ext>
                </a:extLst>
              </p:cNvPr>
              <p:cNvSpPr/>
              <p:nvPr/>
            </p:nvSpPr>
            <p:spPr>
              <a:xfrm>
                <a:off x="7139463" y="2890113"/>
                <a:ext cx="266595" cy="515217"/>
              </a:xfrm>
              <a:custGeom>
                <a:avLst/>
                <a:gdLst>
                  <a:gd name="connsiteX0" fmla="*/ 266596 w 266595"/>
                  <a:gd name="connsiteY0" fmla="*/ 460601 h 515217"/>
                  <a:gd name="connsiteX1" fmla="*/ 255033 w 266595"/>
                  <a:gd name="connsiteY1" fmla="*/ 481158 h 515217"/>
                  <a:gd name="connsiteX2" fmla="*/ 229337 w 266595"/>
                  <a:gd name="connsiteY2" fmla="*/ 493363 h 515217"/>
                  <a:gd name="connsiteX3" fmla="*/ 224840 w 266595"/>
                  <a:gd name="connsiteY3" fmla="*/ 492721 h 515217"/>
                  <a:gd name="connsiteX4" fmla="*/ 194005 w 266595"/>
                  <a:gd name="connsiteY4" fmla="*/ 454177 h 515217"/>
                  <a:gd name="connsiteX5" fmla="*/ 77730 w 266595"/>
                  <a:gd name="connsiteY5" fmla="*/ 515205 h 515217"/>
                  <a:gd name="connsiteX6" fmla="*/ 61670 w 266595"/>
                  <a:gd name="connsiteY6" fmla="*/ 514562 h 515217"/>
                  <a:gd name="connsiteX7" fmla="*/ 0 w 266595"/>
                  <a:gd name="connsiteY7" fmla="*/ 407282 h 515217"/>
                  <a:gd name="connsiteX8" fmla="*/ 0 w 266595"/>
                  <a:gd name="connsiteY8" fmla="*/ 402785 h 515217"/>
                  <a:gd name="connsiteX9" fmla="*/ 112420 w 266595"/>
                  <a:gd name="connsiteY9" fmla="*/ 221628 h 515217"/>
                  <a:gd name="connsiteX10" fmla="*/ 128480 w 266595"/>
                  <a:gd name="connsiteY10" fmla="*/ 218416 h 515217"/>
                  <a:gd name="connsiteX11" fmla="*/ 162527 w 266595"/>
                  <a:gd name="connsiteY11" fmla="*/ 221628 h 515217"/>
                  <a:gd name="connsiteX12" fmla="*/ 176660 w 266595"/>
                  <a:gd name="connsiteY12" fmla="*/ 226125 h 515217"/>
                  <a:gd name="connsiteX13" fmla="*/ 177302 w 266595"/>
                  <a:gd name="connsiteY13" fmla="*/ 12206 h 515217"/>
                  <a:gd name="connsiteX14" fmla="*/ 199786 w 266595"/>
                  <a:gd name="connsiteY14" fmla="*/ 0 h 515217"/>
                  <a:gd name="connsiteX15" fmla="*/ 237688 w 266595"/>
                  <a:gd name="connsiteY15" fmla="*/ 23769 h 515217"/>
                  <a:gd name="connsiteX16" fmla="*/ 237046 w 266595"/>
                  <a:gd name="connsiteY16" fmla="*/ 84797 h 515217"/>
                  <a:gd name="connsiteX17" fmla="*/ 242185 w 266595"/>
                  <a:gd name="connsiteY17" fmla="*/ 398930 h 515217"/>
                  <a:gd name="connsiteX18" fmla="*/ 247324 w 266595"/>
                  <a:gd name="connsiteY18" fmla="*/ 410494 h 515217"/>
                  <a:gd name="connsiteX19" fmla="*/ 266596 w 266595"/>
                  <a:gd name="connsiteY19" fmla="*/ 460601 h 515217"/>
                  <a:gd name="connsiteX20" fmla="*/ 174733 w 266595"/>
                  <a:gd name="connsiteY20" fmla="*/ 305782 h 515217"/>
                  <a:gd name="connsiteX21" fmla="*/ 140686 w 266595"/>
                  <a:gd name="connsiteY21" fmla="*/ 285226 h 515217"/>
                  <a:gd name="connsiteX22" fmla="*/ 97002 w 266595"/>
                  <a:gd name="connsiteY22" fmla="*/ 310922 h 515217"/>
                  <a:gd name="connsiteX23" fmla="*/ 69379 w 266595"/>
                  <a:gd name="connsiteY23" fmla="*/ 391222 h 515217"/>
                  <a:gd name="connsiteX24" fmla="*/ 78373 w 266595"/>
                  <a:gd name="connsiteY24" fmla="*/ 452892 h 515217"/>
                  <a:gd name="connsiteX25" fmla="*/ 89294 w 266595"/>
                  <a:gd name="connsiteY25" fmla="*/ 457389 h 515217"/>
                  <a:gd name="connsiteX26" fmla="*/ 109208 w 266595"/>
                  <a:gd name="connsiteY26" fmla="*/ 450322 h 515217"/>
                  <a:gd name="connsiteX27" fmla="*/ 178587 w 266595"/>
                  <a:gd name="connsiteY27" fmla="*/ 334690 h 515217"/>
                  <a:gd name="connsiteX28" fmla="*/ 174733 w 266595"/>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5"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0" y="515205"/>
                    </a:cubicBezTo>
                    <a:cubicBezTo>
                      <a:pt x="72591" y="515205"/>
                      <a:pt x="66810" y="515205"/>
                      <a:pt x="61670" y="514562"/>
                    </a:cubicBezTo>
                    <a:cubicBezTo>
                      <a:pt x="16702" y="495933"/>
                      <a:pt x="642"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2"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966" y="427838"/>
                      <a:pt x="265954" y="445183"/>
                      <a:pt x="266596" y="460601"/>
                    </a:cubicBezTo>
                    <a:close/>
                    <a:moveTo>
                      <a:pt x="174733" y="305782"/>
                    </a:moveTo>
                    <a:cubicBezTo>
                      <a:pt x="167024" y="291650"/>
                      <a:pt x="154176" y="285226"/>
                      <a:pt x="140686" y="285226"/>
                    </a:cubicBezTo>
                    <a:cubicBezTo>
                      <a:pt x="124626" y="284583"/>
                      <a:pt x="107281" y="294219"/>
                      <a:pt x="97002" y="310922"/>
                    </a:cubicBezTo>
                    <a:cubicBezTo>
                      <a:pt x="76446" y="331478"/>
                      <a:pt x="69379" y="361029"/>
                      <a:pt x="69379" y="391222"/>
                    </a:cubicBezTo>
                    <a:cubicBezTo>
                      <a:pt x="69379" y="413063"/>
                      <a:pt x="73234" y="434262"/>
                      <a:pt x="78373" y="452892"/>
                    </a:cubicBezTo>
                    <a:cubicBezTo>
                      <a:pt x="81585" y="456104"/>
                      <a:pt x="85439" y="457389"/>
                      <a:pt x="89294" y="457389"/>
                    </a:cubicBezTo>
                    <a:cubicBezTo>
                      <a:pt x="96360" y="457389"/>
                      <a:pt x="104069" y="454177"/>
                      <a:pt x="109208" y="450322"/>
                    </a:cubicBezTo>
                    <a:cubicBezTo>
                      <a:pt x="143898" y="420130"/>
                      <a:pt x="177945" y="381586"/>
                      <a:pt x="178587" y="334690"/>
                    </a:cubicBezTo>
                    <a:cubicBezTo>
                      <a:pt x="178587" y="324412"/>
                      <a:pt x="176660" y="315418"/>
                      <a:pt x="174733"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2" name="Vrije vorm: vorm 91">
                <a:extLst>
                  <a:ext uri="{FF2B5EF4-FFF2-40B4-BE49-F238E27FC236}">
                    <a16:creationId xmlns:a16="http://schemas.microsoft.com/office/drawing/2014/main" id="{F4E897F2-B405-4E30-9B1C-EA6D9CF35F32}"/>
                  </a:ext>
                </a:extLst>
              </p:cNvPr>
              <p:cNvSpPr/>
              <p:nvPr/>
            </p:nvSpPr>
            <p:spPr>
              <a:xfrm>
                <a:off x="7442033" y="3113026"/>
                <a:ext cx="205568" cy="288437"/>
              </a:xfrm>
              <a:custGeom>
                <a:avLst/>
                <a:gdLst>
                  <a:gd name="connsiteX0" fmla="*/ 159315 w 205568"/>
                  <a:gd name="connsiteY0" fmla="*/ 281371 h 288437"/>
                  <a:gd name="connsiteX1" fmla="*/ 127195 w 205568"/>
                  <a:gd name="connsiteY1" fmla="*/ 288438 h 288437"/>
                  <a:gd name="connsiteX2" fmla="*/ 50750 w 205568"/>
                  <a:gd name="connsiteY2" fmla="*/ 269166 h 288437"/>
                  <a:gd name="connsiteX3" fmla="*/ 0 w 205568"/>
                  <a:gd name="connsiteY3" fmla="*/ 163812 h 288437"/>
                  <a:gd name="connsiteX4" fmla="*/ 3854 w 205568"/>
                  <a:gd name="connsiteY4" fmla="*/ 110493 h 288437"/>
                  <a:gd name="connsiteX5" fmla="*/ 43683 w 205568"/>
                  <a:gd name="connsiteY5" fmla="*/ 26981 h 288437"/>
                  <a:gd name="connsiteX6" fmla="*/ 124626 w 205568"/>
                  <a:gd name="connsiteY6" fmla="*/ 0 h 288437"/>
                  <a:gd name="connsiteX7" fmla="*/ 142613 w 205568"/>
                  <a:gd name="connsiteY7" fmla="*/ 2570 h 288437"/>
                  <a:gd name="connsiteX8" fmla="*/ 200429 w 205568"/>
                  <a:gd name="connsiteY8" fmla="*/ 59743 h 288437"/>
                  <a:gd name="connsiteX9" fmla="*/ 205568 w 205568"/>
                  <a:gd name="connsiteY9" fmla="*/ 84154 h 288437"/>
                  <a:gd name="connsiteX10" fmla="*/ 165739 w 205568"/>
                  <a:gd name="connsiteY10" fmla="*/ 138758 h 288437"/>
                  <a:gd name="connsiteX11" fmla="*/ 54604 w 205568"/>
                  <a:gd name="connsiteY11" fmla="*/ 159315 h 288437"/>
                  <a:gd name="connsiteX12" fmla="*/ 58458 w 205568"/>
                  <a:gd name="connsiteY12" fmla="*/ 199144 h 288437"/>
                  <a:gd name="connsiteX13" fmla="*/ 123983 w 205568"/>
                  <a:gd name="connsiteY13" fmla="*/ 233834 h 288437"/>
                  <a:gd name="connsiteX14" fmla="*/ 167024 w 205568"/>
                  <a:gd name="connsiteY14" fmla="*/ 214562 h 288437"/>
                  <a:gd name="connsiteX15" fmla="*/ 174090 w 205568"/>
                  <a:gd name="connsiteY15" fmla="*/ 213919 h 288437"/>
                  <a:gd name="connsiteX16" fmla="*/ 201071 w 205568"/>
                  <a:gd name="connsiteY16" fmla="*/ 229979 h 288437"/>
                  <a:gd name="connsiteX17" fmla="*/ 201714 w 205568"/>
                  <a:gd name="connsiteY17" fmla="*/ 238330 h 288437"/>
                  <a:gd name="connsiteX18" fmla="*/ 159315 w 205568"/>
                  <a:gd name="connsiteY18" fmla="*/ 281371 h 288437"/>
                  <a:gd name="connsiteX19" fmla="*/ 140043 w 205568"/>
                  <a:gd name="connsiteY19" fmla="*/ 89294 h 288437"/>
                  <a:gd name="connsiteX20" fmla="*/ 127195 w 205568"/>
                  <a:gd name="connsiteY20" fmla="*/ 61670 h 288437"/>
                  <a:gd name="connsiteX21" fmla="*/ 87366 w 205568"/>
                  <a:gd name="connsiteY21" fmla="*/ 74518 h 288437"/>
                  <a:gd name="connsiteX22" fmla="*/ 71306 w 205568"/>
                  <a:gd name="connsiteY22" fmla="*/ 105354 h 288437"/>
                  <a:gd name="connsiteX23" fmla="*/ 140043 w 205568"/>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8" h="288437">
                    <a:moveTo>
                      <a:pt x="159315" y="281371"/>
                    </a:moveTo>
                    <a:cubicBezTo>
                      <a:pt x="148394" y="286510"/>
                      <a:pt x="137474" y="288438"/>
                      <a:pt x="127195" y="288438"/>
                    </a:cubicBezTo>
                    <a:cubicBezTo>
                      <a:pt x="100857" y="287795"/>
                      <a:pt x="74518" y="281371"/>
                      <a:pt x="50750" y="269166"/>
                    </a:cubicBezTo>
                    <a:cubicBezTo>
                      <a:pt x="10921" y="246039"/>
                      <a:pt x="0" y="206210"/>
                      <a:pt x="0" y="163812"/>
                    </a:cubicBezTo>
                    <a:cubicBezTo>
                      <a:pt x="0" y="145825"/>
                      <a:pt x="1285" y="127838"/>
                      <a:pt x="3854" y="110493"/>
                    </a:cubicBezTo>
                    <a:cubicBezTo>
                      <a:pt x="11563" y="86082"/>
                      <a:pt x="26981" y="48180"/>
                      <a:pt x="43683" y="26981"/>
                    </a:cubicBezTo>
                    <a:cubicBezTo>
                      <a:pt x="63598" y="642"/>
                      <a:pt x="94433" y="0"/>
                      <a:pt x="124626" y="0"/>
                    </a:cubicBezTo>
                    <a:cubicBezTo>
                      <a:pt x="129765" y="0"/>
                      <a:pt x="136189" y="642"/>
                      <a:pt x="142613" y="2570"/>
                    </a:cubicBezTo>
                    <a:cubicBezTo>
                      <a:pt x="163170" y="14775"/>
                      <a:pt x="192720" y="30835"/>
                      <a:pt x="200429" y="59743"/>
                    </a:cubicBezTo>
                    <a:cubicBezTo>
                      <a:pt x="200429" y="62313"/>
                      <a:pt x="205568" y="82227"/>
                      <a:pt x="205568" y="84154"/>
                    </a:cubicBezTo>
                    <a:cubicBezTo>
                      <a:pt x="205568" y="108566"/>
                      <a:pt x="185654" y="131050"/>
                      <a:pt x="165739" y="138758"/>
                    </a:cubicBezTo>
                    <a:cubicBezTo>
                      <a:pt x="130407"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806" y="269808"/>
                      <a:pt x="159315" y="281371"/>
                    </a:cubicBezTo>
                    <a:close/>
                    <a:moveTo>
                      <a:pt x="140043" y="89294"/>
                    </a:moveTo>
                    <a:cubicBezTo>
                      <a:pt x="150964" y="77730"/>
                      <a:pt x="136831" y="61670"/>
                      <a:pt x="127195" y="61670"/>
                    </a:cubicBezTo>
                    <a:cubicBezTo>
                      <a:pt x="116917" y="61670"/>
                      <a:pt x="95718" y="62955"/>
                      <a:pt x="87366" y="74518"/>
                    </a:cubicBezTo>
                    <a:cubicBezTo>
                      <a:pt x="78373" y="86082"/>
                      <a:pt x="71306" y="105354"/>
                      <a:pt x="71306" y="105354"/>
                    </a:cubicBezTo>
                    <a:cubicBezTo>
                      <a:pt x="69379" y="107923"/>
                      <a:pt x="130407"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93" name="Vrije vorm: vorm 92">
                <a:extLst>
                  <a:ext uri="{FF2B5EF4-FFF2-40B4-BE49-F238E27FC236}">
                    <a16:creationId xmlns:a16="http://schemas.microsoft.com/office/drawing/2014/main" id="{213F47FB-BF11-4A85-BC4B-EADE1AB2B2BD}"/>
                  </a:ext>
                </a:extLst>
              </p:cNvPr>
              <p:cNvSpPr/>
              <p:nvPr/>
            </p:nvSpPr>
            <p:spPr>
              <a:xfrm>
                <a:off x="7876938" y="3085403"/>
                <a:ext cx="222912" cy="304497"/>
              </a:xfrm>
              <a:custGeom>
                <a:avLst/>
                <a:gdLst>
                  <a:gd name="connsiteX0" fmla="*/ 148394 w 222912"/>
                  <a:gd name="connsiteY0" fmla="*/ 290365 h 304497"/>
                  <a:gd name="connsiteX1" fmla="*/ 77088 w 222912"/>
                  <a:gd name="connsiteY1" fmla="*/ 304498 h 304497"/>
                  <a:gd name="connsiteX2" fmla="*/ 16702 w 222912"/>
                  <a:gd name="connsiteY2" fmla="*/ 273662 h 304497"/>
                  <a:gd name="connsiteX3" fmla="*/ 0 w 222912"/>
                  <a:gd name="connsiteY3" fmla="*/ 214562 h 304497"/>
                  <a:gd name="connsiteX4" fmla="*/ 39829 w 222912"/>
                  <a:gd name="connsiteY4" fmla="*/ 60386 h 304497"/>
                  <a:gd name="connsiteX5" fmla="*/ 93148 w 222912"/>
                  <a:gd name="connsiteY5" fmla="*/ 30193 h 304497"/>
                  <a:gd name="connsiteX6" fmla="*/ 107923 w 222912"/>
                  <a:gd name="connsiteY6" fmla="*/ 3212 h 304497"/>
                  <a:gd name="connsiteX7" fmla="*/ 123983 w 222912"/>
                  <a:gd name="connsiteY7" fmla="*/ 0 h 304497"/>
                  <a:gd name="connsiteX8" fmla="*/ 177302 w 222912"/>
                  <a:gd name="connsiteY8" fmla="*/ 37902 h 304497"/>
                  <a:gd name="connsiteX9" fmla="*/ 149679 w 222912"/>
                  <a:gd name="connsiteY9" fmla="*/ 114347 h 304497"/>
                  <a:gd name="connsiteX10" fmla="*/ 134904 w 222912"/>
                  <a:gd name="connsiteY10" fmla="*/ 125910 h 304497"/>
                  <a:gd name="connsiteX11" fmla="*/ 101499 w 222912"/>
                  <a:gd name="connsiteY11" fmla="*/ 107281 h 304497"/>
                  <a:gd name="connsiteX12" fmla="*/ 75803 w 222912"/>
                  <a:gd name="connsiteY12" fmla="*/ 117559 h 304497"/>
                  <a:gd name="connsiteX13" fmla="*/ 64882 w 222912"/>
                  <a:gd name="connsiteY13" fmla="*/ 237688 h 304497"/>
                  <a:gd name="connsiteX14" fmla="*/ 95075 w 222912"/>
                  <a:gd name="connsiteY14" fmla="*/ 253106 h 304497"/>
                  <a:gd name="connsiteX15" fmla="*/ 107281 w 222912"/>
                  <a:gd name="connsiteY15" fmla="*/ 251821 h 304497"/>
                  <a:gd name="connsiteX16" fmla="*/ 189508 w 222912"/>
                  <a:gd name="connsiteY16" fmla="*/ 208780 h 304497"/>
                  <a:gd name="connsiteX17" fmla="*/ 222913 w 222912"/>
                  <a:gd name="connsiteY17" fmla="*/ 230622 h 304497"/>
                  <a:gd name="connsiteX18" fmla="*/ 148394 w 222912"/>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12"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679" y="114347"/>
                    </a:cubicBezTo>
                    <a:cubicBezTo>
                      <a:pt x="144540" y="122056"/>
                      <a:pt x="139401" y="125268"/>
                      <a:pt x="134904" y="125910"/>
                    </a:cubicBezTo>
                    <a:cubicBezTo>
                      <a:pt x="122698" y="125910"/>
                      <a:pt x="112420" y="107923"/>
                      <a:pt x="101499" y="107281"/>
                    </a:cubicBezTo>
                    <a:cubicBezTo>
                      <a:pt x="97002" y="107281"/>
                      <a:pt x="81585" y="107281"/>
                      <a:pt x="75803" y="117559"/>
                    </a:cubicBezTo>
                    <a:cubicBezTo>
                      <a:pt x="59101" y="150964"/>
                      <a:pt x="53319" y="214562"/>
                      <a:pt x="64882" y="237688"/>
                    </a:cubicBezTo>
                    <a:cubicBezTo>
                      <a:pt x="71949" y="248609"/>
                      <a:pt x="83512" y="253106"/>
                      <a:pt x="95075" y="253106"/>
                    </a:cubicBezTo>
                    <a:cubicBezTo>
                      <a:pt x="98930" y="253106"/>
                      <a:pt x="102784" y="252463"/>
                      <a:pt x="107281" y="251821"/>
                    </a:cubicBezTo>
                    <a:cubicBezTo>
                      <a:pt x="136831" y="244754"/>
                      <a:pt x="162527" y="209422"/>
                      <a:pt x="189508" y="208780"/>
                    </a:cubicBezTo>
                    <a:cubicBezTo>
                      <a:pt x="200429" y="208780"/>
                      <a:pt x="211350" y="215204"/>
                      <a:pt x="222913" y="230622"/>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94" name="Vrije vorm: vorm 93">
                <a:extLst>
                  <a:ext uri="{FF2B5EF4-FFF2-40B4-BE49-F238E27FC236}">
                    <a16:creationId xmlns:a16="http://schemas.microsoft.com/office/drawing/2014/main" id="{83430EA1-3A95-41F2-8BEB-2913032D38BE}"/>
                  </a:ext>
                </a:extLst>
              </p:cNvPr>
              <p:cNvSpPr/>
              <p:nvPr/>
            </p:nvSpPr>
            <p:spPr>
              <a:xfrm>
                <a:off x="8126189" y="3138722"/>
                <a:ext cx="240900" cy="246039"/>
              </a:xfrm>
              <a:custGeom>
                <a:avLst/>
                <a:gdLst>
                  <a:gd name="connsiteX0" fmla="*/ 237688 w 240900"/>
                  <a:gd name="connsiteY0" fmla="*/ 131050 h 246039"/>
                  <a:gd name="connsiteX1" fmla="*/ 238330 w 240900"/>
                  <a:gd name="connsiteY1" fmla="*/ 130407 h 246039"/>
                  <a:gd name="connsiteX2" fmla="*/ 166382 w 240900"/>
                  <a:gd name="connsiteY2" fmla="*/ 231264 h 246039"/>
                  <a:gd name="connsiteX3" fmla="*/ 113062 w 240900"/>
                  <a:gd name="connsiteY3" fmla="*/ 246039 h 246039"/>
                  <a:gd name="connsiteX4" fmla="*/ 70664 w 240900"/>
                  <a:gd name="connsiteY4" fmla="*/ 234476 h 246039"/>
                  <a:gd name="connsiteX5" fmla="*/ 0 w 240900"/>
                  <a:gd name="connsiteY5" fmla="*/ 127195 h 246039"/>
                  <a:gd name="connsiteX6" fmla="*/ 8994 w 240900"/>
                  <a:gd name="connsiteY6" fmla="*/ 78373 h 246039"/>
                  <a:gd name="connsiteX7" fmla="*/ 120771 w 240900"/>
                  <a:gd name="connsiteY7" fmla="*/ 2570 h 246039"/>
                  <a:gd name="connsiteX8" fmla="*/ 138758 w 240900"/>
                  <a:gd name="connsiteY8" fmla="*/ 0 h 246039"/>
                  <a:gd name="connsiteX9" fmla="*/ 207495 w 240900"/>
                  <a:gd name="connsiteY9" fmla="*/ 34690 h 246039"/>
                  <a:gd name="connsiteX10" fmla="*/ 240900 w 240900"/>
                  <a:gd name="connsiteY10" fmla="*/ 107923 h 246039"/>
                  <a:gd name="connsiteX11" fmla="*/ 237688 w 240900"/>
                  <a:gd name="connsiteY11" fmla="*/ 131050 h 246039"/>
                  <a:gd name="connsiteX12" fmla="*/ 178587 w 240900"/>
                  <a:gd name="connsiteY12" fmla="*/ 92506 h 246039"/>
                  <a:gd name="connsiteX13" fmla="*/ 141328 w 240900"/>
                  <a:gd name="connsiteY13" fmla="*/ 62313 h 246039"/>
                  <a:gd name="connsiteX14" fmla="*/ 132334 w 240900"/>
                  <a:gd name="connsiteY14" fmla="*/ 63598 h 246039"/>
                  <a:gd name="connsiteX15" fmla="*/ 66809 w 240900"/>
                  <a:gd name="connsiteY15" fmla="*/ 118844 h 246039"/>
                  <a:gd name="connsiteX16" fmla="*/ 62313 w 240900"/>
                  <a:gd name="connsiteY16" fmla="*/ 132977 h 246039"/>
                  <a:gd name="connsiteX17" fmla="*/ 105996 w 240900"/>
                  <a:gd name="connsiteY17" fmla="*/ 180514 h 246039"/>
                  <a:gd name="connsiteX18" fmla="*/ 150964 w 240900"/>
                  <a:gd name="connsiteY18" fmla="*/ 162527 h 246039"/>
                  <a:gd name="connsiteX19" fmla="*/ 180514 w 240900"/>
                  <a:gd name="connsiteY19" fmla="*/ 105996 h 246039"/>
                  <a:gd name="connsiteX20" fmla="*/ 180514 w 240900"/>
                  <a:gd name="connsiteY20" fmla="*/ 105996 h 246039"/>
                  <a:gd name="connsiteX21" fmla="*/ 178587 w 240900"/>
                  <a:gd name="connsiteY21" fmla="*/ 92506 h 24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0900" h="246039">
                    <a:moveTo>
                      <a:pt x="237688" y="131050"/>
                    </a:moveTo>
                    <a:lnTo>
                      <a:pt x="238330" y="130407"/>
                    </a:lnTo>
                    <a:cubicBezTo>
                      <a:pt x="226767" y="168309"/>
                      <a:pt x="199786" y="201071"/>
                      <a:pt x="166382" y="231264"/>
                    </a:cubicBezTo>
                    <a:cubicBezTo>
                      <a:pt x="150964" y="240258"/>
                      <a:pt x="132334" y="246039"/>
                      <a:pt x="113062" y="246039"/>
                    </a:cubicBezTo>
                    <a:cubicBezTo>
                      <a:pt x="98287" y="246039"/>
                      <a:pt x="83512" y="242185"/>
                      <a:pt x="70664" y="234476"/>
                    </a:cubicBezTo>
                    <a:cubicBezTo>
                      <a:pt x="11563" y="199144"/>
                      <a:pt x="0" y="175375"/>
                      <a:pt x="0" y="127195"/>
                    </a:cubicBezTo>
                    <a:cubicBezTo>
                      <a:pt x="0" y="109208"/>
                      <a:pt x="2569" y="91863"/>
                      <a:pt x="8994" y="78373"/>
                    </a:cubicBezTo>
                    <a:cubicBezTo>
                      <a:pt x="42398" y="52034"/>
                      <a:pt x="75161" y="5782"/>
                      <a:pt x="120771" y="2570"/>
                    </a:cubicBezTo>
                    <a:cubicBezTo>
                      <a:pt x="127195" y="1285"/>
                      <a:pt x="132977" y="0"/>
                      <a:pt x="138758" y="0"/>
                    </a:cubicBezTo>
                    <a:cubicBezTo>
                      <a:pt x="166382" y="0"/>
                      <a:pt x="188866" y="14775"/>
                      <a:pt x="207495" y="34690"/>
                    </a:cubicBezTo>
                    <a:cubicBezTo>
                      <a:pt x="226767" y="54604"/>
                      <a:pt x="240900" y="80300"/>
                      <a:pt x="240900" y="107923"/>
                    </a:cubicBezTo>
                    <a:cubicBezTo>
                      <a:pt x="240900" y="116274"/>
                      <a:pt x="240257" y="123983"/>
                      <a:pt x="237688" y="131050"/>
                    </a:cubicBezTo>
                    <a:close/>
                    <a:moveTo>
                      <a:pt x="178587" y="92506"/>
                    </a:moveTo>
                    <a:cubicBezTo>
                      <a:pt x="171521" y="78373"/>
                      <a:pt x="158673" y="62955"/>
                      <a:pt x="141328" y="62313"/>
                    </a:cubicBezTo>
                    <a:cubicBezTo>
                      <a:pt x="138116" y="62313"/>
                      <a:pt x="134904" y="62955"/>
                      <a:pt x="132334" y="63598"/>
                    </a:cubicBezTo>
                    <a:cubicBezTo>
                      <a:pt x="105996" y="71949"/>
                      <a:pt x="75803" y="91221"/>
                      <a:pt x="66809" y="118844"/>
                    </a:cubicBezTo>
                    <a:cubicBezTo>
                      <a:pt x="63597" y="122698"/>
                      <a:pt x="62313" y="127195"/>
                      <a:pt x="62313" y="132977"/>
                    </a:cubicBezTo>
                    <a:cubicBezTo>
                      <a:pt x="62313" y="157388"/>
                      <a:pt x="79015" y="180514"/>
                      <a:pt x="105996" y="180514"/>
                    </a:cubicBezTo>
                    <a:cubicBezTo>
                      <a:pt x="120771" y="180514"/>
                      <a:pt x="136189" y="174090"/>
                      <a:pt x="150964" y="162527"/>
                    </a:cubicBezTo>
                    <a:cubicBezTo>
                      <a:pt x="166382" y="146467"/>
                      <a:pt x="180514" y="128480"/>
                      <a:pt x="180514" y="105996"/>
                    </a:cubicBezTo>
                    <a:lnTo>
                      <a:pt x="180514" y="105996"/>
                    </a:lnTo>
                    <a:cubicBezTo>
                      <a:pt x="179872" y="101499"/>
                      <a:pt x="179229" y="97002"/>
                      <a:pt x="178587" y="92506"/>
                    </a:cubicBezTo>
                    <a:close/>
                  </a:path>
                </a:pathLst>
              </a:custGeom>
              <a:grpFill/>
              <a:ln w="64198" cap="flat">
                <a:noFill/>
                <a:prstDash val="solid"/>
                <a:miter/>
              </a:ln>
            </p:spPr>
            <p:txBody>
              <a:bodyPr rtlCol="0" anchor="ctr"/>
              <a:lstStyle/>
              <a:p>
                <a:endParaRPr lang="nl-NL">
                  <a:solidFill>
                    <a:schemeClr val="accent1"/>
                  </a:solidFill>
                </a:endParaRPr>
              </a:p>
            </p:txBody>
          </p:sp>
          <p:sp>
            <p:nvSpPr>
              <p:cNvPr id="95" name="Vrije vorm: vorm 94">
                <a:extLst>
                  <a:ext uri="{FF2B5EF4-FFF2-40B4-BE49-F238E27FC236}">
                    <a16:creationId xmlns:a16="http://schemas.microsoft.com/office/drawing/2014/main" id="{FC3B3E2B-6CEB-4156-9AA7-327FE80D4695}"/>
                  </a:ext>
                </a:extLst>
              </p:cNvPr>
              <p:cNvSpPr/>
              <p:nvPr/>
            </p:nvSpPr>
            <p:spPr>
              <a:xfrm>
                <a:off x="8391500" y="2890113"/>
                <a:ext cx="266596" cy="515217"/>
              </a:xfrm>
              <a:custGeom>
                <a:avLst/>
                <a:gdLst>
                  <a:gd name="connsiteX0" fmla="*/ 266596 w 266596"/>
                  <a:gd name="connsiteY0" fmla="*/ 460601 h 515217"/>
                  <a:gd name="connsiteX1" fmla="*/ 255033 w 266596"/>
                  <a:gd name="connsiteY1" fmla="*/ 481158 h 515217"/>
                  <a:gd name="connsiteX2" fmla="*/ 229337 w 266596"/>
                  <a:gd name="connsiteY2" fmla="*/ 493363 h 515217"/>
                  <a:gd name="connsiteX3" fmla="*/ 224840 w 266596"/>
                  <a:gd name="connsiteY3" fmla="*/ 492721 h 515217"/>
                  <a:gd name="connsiteX4" fmla="*/ 194005 w 266596"/>
                  <a:gd name="connsiteY4" fmla="*/ 454177 h 515217"/>
                  <a:gd name="connsiteX5" fmla="*/ 77731 w 266596"/>
                  <a:gd name="connsiteY5" fmla="*/ 515205 h 515217"/>
                  <a:gd name="connsiteX6" fmla="*/ 61671 w 266596"/>
                  <a:gd name="connsiteY6" fmla="*/ 514562 h 515217"/>
                  <a:gd name="connsiteX7" fmla="*/ 0 w 266596"/>
                  <a:gd name="connsiteY7" fmla="*/ 407282 h 515217"/>
                  <a:gd name="connsiteX8" fmla="*/ 0 w 266596"/>
                  <a:gd name="connsiteY8" fmla="*/ 402785 h 515217"/>
                  <a:gd name="connsiteX9" fmla="*/ 112420 w 266596"/>
                  <a:gd name="connsiteY9" fmla="*/ 221628 h 515217"/>
                  <a:gd name="connsiteX10" fmla="*/ 128480 w 266596"/>
                  <a:gd name="connsiteY10" fmla="*/ 218416 h 515217"/>
                  <a:gd name="connsiteX11" fmla="*/ 162527 w 266596"/>
                  <a:gd name="connsiteY11" fmla="*/ 221628 h 515217"/>
                  <a:gd name="connsiteX12" fmla="*/ 176660 w 266596"/>
                  <a:gd name="connsiteY12" fmla="*/ 226125 h 515217"/>
                  <a:gd name="connsiteX13" fmla="*/ 177303 w 266596"/>
                  <a:gd name="connsiteY13" fmla="*/ 12206 h 515217"/>
                  <a:gd name="connsiteX14" fmla="*/ 199786 w 266596"/>
                  <a:gd name="connsiteY14" fmla="*/ 0 h 515217"/>
                  <a:gd name="connsiteX15" fmla="*/ 237688 w 266596"/>
                  <a:gd name="connsiteY15" fmla="*/ 23769 h 515217"/>
                  <a:gd name="connsiteX16" fmla="*/ 237046 w 266596"/>
                  <a:gd name="connsiteY16" fmla="*/ 84797 h 515217"/>
                  <a:gd name="connsiteX17" fmla="*/ 242185 w 266596"/>
                  <a:gd name="connsiteY17" fmla="*/ 398930 h 515217"/>
                  <a:gd name="connsiteX18" fmla="*/ 247324 w 266596"/>
                  <a:gd name="connsiteY18" fmla="*/ 410494 h 515217"/>
                  <a:gd name="connsiteX19" fmla="*/ 266596 w 266596"/>
                  <a:gd name="connsiteY19" fmla="*/ 460601 h 515217"/>
                  <a:gd name="connsiteX20" fmla="*/ 174091 w 266596"/>
                  <a:gd name="connsiteY20" fmla="*/ 305782 h 515217"/>
                  <a:gd name="connsiteX21" fmla="*/ 140043 w 266596"/>
                  <a:gd name="connsiteY21" fmla="*/ 285226 h 515217"/>
                  <a:gd name="connsiteX22" fmla="*/ 96360 w 266596"/>
                  <a:gd name="connsiteY22" fmla="*/ 310922 h 515217"/>
                  <a:gd name="connsiteX23" fmla="*/ 68737 w 266596"/>
                  <a:gd name="connsiteY23" fmla="*/ 391222 h 515217"/>
                  <a:gd name="connsiteX24" fmla="*/ 77731 w 266596"/>
                  <a:gd name="connsiteY24" fmla="*/ 452892 h 515217"/>
                  <a:gd name="connsiteX25" fmla="*/ 88651 w 266596"/>
                  <a:gd name="connsiteY25" fmla="*/ 457389 h 515217"/>
                  <a:gd name="connsiteX26" fmla="*/ 108566 w 266596"/>
                  <a:gd name="connsiteY26" fmla="*/ 450322 h 515217"/>
                  <a:gd name="connsiteX27" fmla="*/ 177945 w 266596"/>
                  <a:gd name="connsiteY27" fmla="*/ 334690 h 515217"/>
                  <a:gd name="connsiteX28" fmla="*/ 174091 w 266596"/>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6"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1" y="515205"/>
                    </a:cubicBezTo>
                    <a:cubicBezTo>
                      <a:pt x="72591" y="515205"/>
                      <a:pt x="66810" y="515205"/>
                      <a:pt x="61671" y="514562"/>
                    </a:cubicBezTo>
                    <a:cubicBezTo>
                      <a:pt x="16703" y="495933"/>
                      <a:pt x="643"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3"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324" y="427838"/>
                      <a:pt x="265954" y="445183"/>
                      <a:pt x="266596" y="460601"/>
                    </a:cubicBezTo>
                    <a:close/>
                    <a:moveTo>
                      <a:pt x="174091" y="305782"/>
                    </a:moveTo>
                    <a:cubicBezTo>
                      <a:pt x="166382" y="291650"/>
                      <a:pt x="153534" y="285226"/>
                      <a:pt x="140043" y="285226"/>
                    </a:cubicBezTo>
                    <a:cubicBezTo>
                      <a:pt x="123983" y="284583"/>
                      <a:pt x="106638" y="294219"/>
                      <a:pt x="96360" y="310922"/>
                    </a:cubicBezTo>
                    <a:cubicBezTo>
                      <a:pt x="75803" y="331478"/>
                      <a:pt x="68737" y="361029"/>
                      <a:pt x="68737" y="391222"/>
                    </a:cubicBezTo>
                    <a:cubicBezTo>
                      <a:pt x="68737" y="413063"/>
                      <a:pt x="72591" y="434262"/>
                      <a:pt x="77731" y="452892"/>
                    </a:cubicBezTo>
                    <a:cubicBezTo>
                      <a:pt x="80943" y="456104"/>
                      <a:pt x="84797" y="457389"/>
                      <a:pt x="88651" y="457389"/>
                    </a:cubicBezTo>
                    <a:cubicBezTo>
                      <a:pt x="95718" y="457389"/>
                      <a:pt x="103426" y="454177"/>
                      <a:pt x="108566" y="450322"/>
                    </a:cubicBezTo>
                    <a:cubicBezTo>
                      <a:pt x="143255" y="420130"/>
                      <a:pt x="177303" y="381586"/>
                      <a:pt x="177945" y="334690"/>
                    </a:cubicBezTo>
                    <a:cubicBezTo>
                      <a:pt x="177945" y="324412"/>
                      <a:pt x="176660" y="315418"/>
                      <a:pt x="174091"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6" name="Vrije vorm: vorm 95">
                <a:extLst>
                  <a:ext uri="{FF2B5EF4-FFF2-40B4-BE49-F238E27FC236}">
                    <a16:creationId xmlns:a16="http://schemas.microsoft.com/office/drawing/2014/main" id="{48088D9A-769D-4353-9AAE-CE4994B72DD1}"/>
                  </a:ext>
                </a:extLst>
              </p:cNvPr>
              <p:cNvSpPr/>
              <p:nvPr/>
            </p:nvSpPr>
            <p:spPr>
              <a:xfrm>
                <a:off x="8694071" y="3113026"/>
                <a:ext cx="205567" cy="288437"/>
              </a:xfrm>
              <a:custGeom>
                <a:avLst/>
                <a:gdLst>
                  <a:gd name="connsiteX0" fmla="*/ 159315 w 205567"/>
                  <a:gd name="connsiteY0" fmla="*/ 281371 h 288437"/>
                  <a:gd name="connsiteX1" fmla="*/ 127195 w 205567"/>
                  <a:gd name="connsiteY1" fmla="*/ 288438 h 288437"/>
                  <a:gd name="connsiteX2" fmla="*/ 50749 w 205567"/>
                  <a:gd name="connsiteY2" fmla="*/ 269166 h 288437"/>
                  <a:gd name="connsiteX3" fmla="*/ 0 w 205567"/>
                  <a:gd name="connsiteY3" fmla="*/ 163812 h 288437"/>
                  <a:gd name="connsiteX4" fmla="*/ 3854 w 205567"/>
                  <a:gd name="connsiteY4" fmla="*/ 110493 h 288437"/>
                  <a:gd name="connsiteX5" fmla="*/ 43683 w 205567"/>
                  <a:gd name="connsiteY5" fmla="*/ 26981 h 288437"/>
                  <a:gd name="connsiteX6" fmla="*/ 124626 w 205567"/>
                  <a:gd name="connsiteY6" fmla="*/ 0 h 288437"/>
                  <a:gd name="connsiteX7" fmla="*/ 142613 w 205567"/>
                  <a:gd name="connsiteY7" fmla="*/ 2570 h 288437"/>
                  <a:gd name="connsiteX8" fmla="*/ 200429 w 205567"/>
                  <a:gd name="connsiteY8" fmla="*/ 59743 h 288437"/>
                  <a:gd name="connsiteX9" fmla="*/ 205568 w 205567"/>
                  <a:gd name="connsiteY9" fmla="*/ 84154 h 288437"/>
                  <a:gd name="connsiteX10" fmla="*/ 165739 w 205567"/>
                  <a:gd name="connsiteY10" fmla="*/ 138758 h 288437"/>
                  <a:gd name="connsiteX11" fmla="*/ 54604 w 205567"/>
                  <a:gd name="connsiteY11" fmla="*/ 159315 h 288437"/>
                  <a:gd name="connsiteX12" fmla="*/ 58458 w 205567"/>
                  <a:gd name="connsiteY12" fmla="*/ 199144 h 288437"/>
                  <a:gd name="connsiteX13" fmla="*/ 123983 w 205567"/>
                  <a:gd name="connsiteY13" fmla="*/ 233834 h 288437"/>
                  <a:gd name="connsiteX14" fmla="*/ 167024 w 205567"/>
                  <a:gd name="connsiteY14" fmla="*/ 214562 h 288437"/>
                  <a:gd name="connsiteX15" fmla="*/ 174090 w 205567"/>
                  <a:gd name="connsiteY15" fmla="*/ 213919 h 288437"/>
                  <a:gd name="connsiteX16" fmla="*/ 201071 w 205567"/>
                  <a:gd name="connsiteY16" fmla="*/ 229979 h 288437"/>
                  <a:gd name="connsiteX17" fmla="*/ 201714 w 205567"/>
                  <a:gd name="connsiteY17" fmla="*/ 238330 h 288437"/>
                  <a:gd name="connsiteX18" fmla="*/ 159315 w 205567"/>
                  <a:gd name="connsiteY18" fmla="*/ 281371 h 288437"/>
                  <a:gd name="connsiteX19" fmla="*/ 140043 w 205567"/>
                  <a:gd name="connsiteY19" fmla="*/ 89294 h 288437"/>
                  <a:gd name="connsiteX20" fmla="*/ 127195 w 205567"/>
                  <a:gd name="connsiteY20" fmla="*/ 61670 h 288437"/>
                  <a:gd name="connsiteX21" fmla="*/ 87366 w 205567"/>
                  <a:gd name="connsiteY21" fmla="*/ 74518 h 288437"/>
                  <a:gd name="connsiteX22" fmla="*/ 71306 w 205567"/>
                  <a:gd name="connsiteY22" fmla="*/ 105354 h 288437"/>
                  <a:gd name="connsiteX23" fmla="*/ 140043 w 205567"/>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7" h="288437">
                    <a:moveTo>
                      <a:pt x="159315" y="281371"/>
                    </a:moveTo>
                    <a:cubicBezTo>
                      <a:pt x="148394" y="286510"/>
                      <a:pt x="137474" y="288438"/>
                      <a:pt x="127195" y="288438"/>
                    </a:cubicBezTo>
                    <a:cubicBezTo>
                      <a:pt x="100857" y="287795"/>
                      <a:pt x="74518" y="281371"/>
                      <a:pt x="50749" y="269166"/>
                    </a:cubicBezTo>
                    <a:cubicBezTo>
                      <a:pt x="10921" y="246039"/>
                      <a:pt x="0" y="206210"/>
                      <a:pt x="0" y="163812"/>
                    </a:cubicBezTo>
                    <a:cubicBezTo>
                      <a:pt x="0" y="145825"/>
                      <a:pt x="1285" y="127838"/>
                      <a:pt x="3854" y="110493"/>
                    </a:cubicBezTo>
                    <a:cubicBezTo>
                      <a:pt x="11563" y="86082"/>
                      <a:pt x="26981" y="48180"/>
                      <a:pt x="43683" y="26981"/>
                    </a:cubicBezTo>
                    <a:cubicBezTo>
                      <a:pt x="63597" y="642"/>
                      <a:pt x="94433" y="0"/>
                      <a:pt x="124626" y="0"/>
                    </a:cubicBezTo>
                    <a:cubicBezTo>
                      <a:pt x="129765" y="0"/>
                      <a:pt x="136189" y="642"/>
                      <a:pt x="142613" y="2570"/>
                    </a:cubicBezTo>
                    <a:cubicBezTo>
                      <a:pt x="163169" y="14775"/>
                      <a:pt x="192720" y="30835"/>
                      <a:pt x="200429" y="59743"/>
                    </a:cubicBezTo>
                    <a:cubicBezTo>
                      <a:pt x="200429" y="62313"/>
                      <a:pt x="205568" y="82227"/>
                      <a:pt x="205568" y="84154"/>
                    </a:cubicBezTo>
                    <a:cubicBezTo>
                      <a:pt x="205568" y="108566"/>
                      <a:pt x="185654" y="131050"/>
                      <a:pt x="165739" y="138758"/>
                    </a:cubicBezTo>
                    <a:cubicBezTo>
                      <a:pt x="129765"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163" y="269808"/>
                      <a:pt x="159315" y="281371"/>
                    </a:cubicBezTo>
                    <a:close/>
                    <a:moveTo>
                      <a:pt x="140043" y="89294"/>
                    </a:moveTo>
                    <a:cubicBezTo>
                      <a:pt x="150964" y="77730"/>
                      <a:pt x="136831" y="61670"/>
                      <a:pt x="127195" y="61670"/>
                    </a:cubicBezTo>
                    <a:cubicBezTo>
                      <a:pt x="116917" y="61670"/>
                      <a:pt x="95717" y="62955"/>
                      <a:pt x="87366" y="74518"/>
                    </a:cubicBezTo>
                    <a:cubicBezTo>
                      <a:pt x="78373" y="86082"/>
                      <a:pt x="71306" y="105354"/>
                      <a:pt x="71306" y="105354"/>
                    </a:cubicBezTo>
                    <a:cubicBezTo>
                      <a:pt x="69379" y="107923"/>
                      <a:pt x="129765"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102" name="Vrije vorm: vorm 101">
                <a:extLst>
                  <a:ext uri="{FF2B5EF4-FFF2-40B4-BE49-F238E27FC236}">
                    <a16:creationId xmlns:a16="http://schemas.microsoft.com/office/drawing/2014/main" id="{755AE126-0A98-4832-96D1-F2257C0FF188}"/>
                  </a:ext>
                </a:extLst>
              </p:cNvPr>
              <p:cNvSpPr/>
              <p:nvPr/>
            </p:nvSpPr>
            <p:spPr>
              <a:xfrm>
                <a:off x="8933043" y="2834225"/>
                <a:ext cx="112420" cy="634691"/>
              </a:xfrm>
              <a:custGeom>
                <a:avLst/>
                <a:gdLst>
                  <a:gd name="connsiteX0" fmla="*/ 40471 w 112420"/>
                  <a:gd name="connsiteY0" fmla="*/ 634691 h 634691"/>
                  <a:gd name="connsiteX1" fmla="*/ 39186 w 112420"/>
                  <a:gd name="connsiteY1" fmla="*/ 634691 h 634691"/>
                  <a:gd name="connsiteX2" fmla="*/ 643 w 112420"/>
                  <a:gd name="connsiteY2" fmla="*/ 608995 h 634691"/>
                  <a:gd name="connsiteX3" fmla="*/ 0 w 112420"/>
                  <a:gd name="connsiteY3" fmla="*/ 601929 h 634691"/>
                  <a:gd name="connsiteX4" fmla="*/ 18630 w 112420"/>
                  <a:gd name="connsiteY4" fmla="*/ 578160 h 634691"/>
                  <a:gd name="connsiteX5" fmla="*/ 27623 w 112420"/>
                  <a:gd name="connsiteY5" fmla="*/ 575590 h 634691"/>
                  <a:gd name="connsiteX6" fmla="*/ 61671 w 112420"/>
                  <a:gd name="connsiteY6" fmla="*/ 598074 h 634691"/>
                  <a:gd name="connsiteX7" fmla="*/ 62955 w 112420"/>
                  <a:gd name="connsiteY7" fmla="*/ 605141 h 634691"/>
                  <a:gd name="connsiteX8" fmla="*/ 40471 w 112420"/>
                  <a:gd name="connsiteY8" fmla="*/ 634691 h 634691"/>
                  <a:gd name="connsiteX9" fmla="*/ 93791 w 112420"/>
                  <a:gd name="connsiteY9" fmla="*/ 186296 h 634691"/>
                  <a:gd name="connsiteX10" fmla="*/ 61671 w 112420"/>
                  <a:gd name="connsiteY10" fmla="*/ 418202 h 634691"/>
                  <a:gd name="connsiteX11" fmla="*/ 34047 w 112420"/>
                  <a:gd name="connsiteY11" fmla="*/ 436832 h 634691"/>
                  <a:gd name="connsiteX12" fmla="*/ 22484 w 112420"/>
                  <a:gd name="connsiteY12" fmla="*/ 433620 h 634691"/>
                  <a:gd name="connsiteX13" fmla="*/ 7709 w 112420"/>
                  <a:gd name="connsiteY13" fmla="*/ 394434 h 634691"/>
                  <a:gd name="connsiteX14" fmla="*/ 25696 w 112420"/>
                  <a:gd name="connsiteY14" fmla="*/ 305782 h 634691"/>
                  <a:gd name="connsiteX15" fmla="*/ 25696 w 112420"/>
                  <a:gd name="connsiteY15" fmla="*/ 303855 h 634691"/>
                  <a:gd name="connsiteX16" fmla="*/ 61671 w 112420"/>
                  <a:gd name="connsiteY16" fmla="*/ 7709 h 634691"/>
                  <a:gd name="connsiteX17" fmla="*/ 77731 w 112420"/>
                  <a:gd name="connsiteY17" fmla="*/ 0 h 634691"/>
                  <a:gd name="connsiteX18" fmla="*/ 111778 w 112420"/>
                  <a:gd name="connsiteY18" fmla="*/ 24411 h 634691"/>
                  <a:gd name="connsiteX19" fmla="*/ 112420 w 112420"/>
                  <a:gd name="connsiteY19" fmla="*/ 47538 h 634691"/>
                  <a:gd name="connsiteX20" fmla="*/ 112420 w 112420"/>
                  <a:gd name="connsiteY20" fmla="*/ 48180 h 634691"/>
                  <a:gd name="connsiteX21" fmla="*/ 93791 w 112420"/>
                  <a:gd name="connsiteY21" fmla="*/ 186296 h 63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420" h="634691">
                    <a:moveTo>
                      <a:pt x="40471" y="634691"/>
                    </a:moveTo>
                    <a:lnTo>
                      <a:pt x="39186" y="634691"/>
                    </a:lnTo>
                    <a:cubicBezTo>
                      <a:pt x="20557" y="634691"/>
                      <a:pt x="10921" y="624413"/>
                      <a:pt x="643" y="608995"/>
                    </a:cubicBezTo>
                    <a:cubicBezTo>
                      <a:pt x="0" y="606426"/>
                      <a:pt x="0" y="604498"/>
                      <a:pt x="0" y="601929"/>
                    </a:cubicBezTo>
                    <a:cubicBezTo>
                      <a:pt x="0" y="590366"/>
                      <a:pt x="8994" y="581372"/>
                      <a:pt x="18630" y="578160"/>
                    </a:cubicBezTo>
                    <a:cubicBezTo>
                      <a:pt x="21842" y="576875"/>
                      <a:pt x="25054" y="575590"/>
                      <a:pt x="27623" y="575590"/>
                    </a:cubicBezTo>
                    <a:cubicBezTo>
                      <a:pt x="43041" y="575590"/>
                      <a:pt x="52034" y="591008"/>
                      <a:pt x="61671" y="598074"/>
                    </a:cubicBezTo>
                    <a:cubicBezTo>
                      <a:pt x="62313" y="600644"/>
                      <a:pt x="62955" y="602571"/>
                      <a:pt x="62955" y="605141"/>
                    </a:cubicBezTo>
                    <a:cubicBezTo>
                      <a:pt x="62955" y="617989"/>
                      <a:pt x="46895" y="623770"/>
                      <a:pt x="40471" y="634691"/>
                    </a:cubicBezTo>
                    <a:close/>
                    <a:moveTo>
                      <a:pt x="93791" y="186296"/>
                    </a:moveTo>
                    <a:cubicBezTo>
                      <a:pt x="80943" y="263384"/>
                      <a:pt x="71949" y="341114"/>
                      <a:pt x="61671" y="418202"/>
                    </a:cubicBezTo>
                    <a:cubicBezTo>
                      <a:pt x="53962" y="426554"/>
                      <a:pt x="43683" y="436832"/>
                      <a:pt x="34047" y="436832"/>
                    </a:cubicBezTo>
                    <a:cubicBezTo>
                      <a:pt x="30193" y="436832"/>
                      <a:pt x="26338" y="436190"/>
                      <a:pt x="22484" y="433620"/>
                    </a:cubicBezTo>
                    <a:cubicBezTo>
                      <a:pt x="11563" y="421414"/>
                      <a:pt x="7709" y="407924"/>
                      <a:pt x="7709" y="394434"/>
                    </a:cubicBezTo>
                    <a:cubicBezTo>
                      <a:pt x="7709" y="366168"/>
                      <a:pt x="25696" y="335975"/>
                      <a:pt x="25696" y="305782"/>
                    </a:cubicBezTo>
                    <a:lnTo>
                      <a:pt x="25696" y="303855"/>
                    </a:lnTo>
                    <a:cubicBezTo>
                      <a:pt x="42398" y="206853"/>
                      <a:pt x="51392" y="106638"/>
                      <a:pt x="61671" y="7709"/>
                    </a:cubicBezTo>
                    <a:cubicBezTo>
                      <a:pt x="66810" y="2570"/>
                      <a:pt x="72591" y="0"/>
                      <a:pt x="77731" y="0"/>
                    </a:cubicBezTo>
                    <a:cubicBezTo>
                      <a:pt x="91863" y="0"/>
                      <a:pt x="105354" y="12206"/>
                      <a:pt x="111778" y="24411"/>
                    </a:cubicBezTo>
                    <a:cubicBezTo>
                      <a:pt x="112420" y="32120"/>
                      <a:pt x="112420" y="39829"/>
                      <a:pt x="112420" y="47538"/>
                    </a:cubicBezTo>
                    <a:lnTo>
                      <a:pt x="112420" y="48180"/>
                    </a:lnTo>
                    <a:cubicBezTo>
                      <a:pt x="112420" y="95075"/>
                      <a:pt x="101499" y="141970"/>
                      <a:pt x="93791" y="186296"/>
                    </a:cubicBezTo>
                    <a:close/>
                  </a:path>
                </a:pathLst>
              </a:custGeom>
              <a:grpFill/>
              <a:ln w="64198" cap="flat">
                <a:noFill/>
                <a:prstDash val="solid"/>
                <a:miter/>
              </a:ln>
            </p:spPr>
            <p:txBody>
              <a:bodyPr rtlCol="0" anchor="ctr"/>
              <a:lstStyle/>
              <a:p>
                <a:endParaRPr lang="nl-NL">
                  <a:solidFill>
                    <a:schemeClr val="accent1"/>
                  </a:solidFill>
                </a:endParaRPr>
              </a:p>
            </p:txBody>
          </p:sp>
        </p:grpSp>
        <p:pic>
          <p:nvPicPr>
            <p:cNvPr id="86" name="Graphic 85">
              <a:extLst>
                <a:ext uri="{FF2B5EF4-FFF2-40B4-BE49-F238E27FC236}">
                  <a16:creationId xmlns:a16="http://schemas.microsoft.com/office/drawing/2014/main" id="{10B7BF21-E27D-4ABC-931B-985BBC91A5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2200951">
              <a:off x="13726614" y="5432766"/>
              <a:ext cx="235990" cy="433452"/>
            </a:xfrm>
            <a:prstGeom prst="rect">
              <a:avLst/>
            </a:prstGeom>
          </p:spPr>
        </p:pic>
      </p:grpSp>
    </p:spTree>
    <p:extLst>
      <p:ext uri="{BB962C8B-B14F-4D97-AF65-F5344CB8AC3E}">
        <p14:creationId xmlns:p14="http://schemas.microsoft.com/office/powerpoint/2010/main" val="14356440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1.xml"/><Relationship Id="rId7" Type="http://schemas.openxmlformats.org/officeDocument/2006/relationships/image" Target="../media/image4.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2.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Plaats de titel van de dia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fld id="{F26F2883-E968-402C-A4DB-D461FD53CF15}" type="datetime4">
              <a:rPr lang="nl-NL" noProof="0" smtClean="0"/>
              <a:t>9 december 2025</a:t>
            </a:fld>
            <a:endParaRPr lang="nl-NL"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endParaRPr lang="nl-NL" noProof="0"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a:t>
            </a:fld>
            <a:endParaRPr lang="nl-NL" dirty="0"/>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dirty="0">
                <a:latin typeface="+mj-lt"/>
              </a:rPr>
              <a:t>Naam van de indeling</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75" r:id="rId3"/>
    <p:sldLayoutId id="2147483660" r:id="rId4"/>
    <p:sldLayoutId id="2147483676" r:id="rId5"/>
    <p:sldLayoutId id="2147483659" r:id="rId6"/>
    <p:sldLayoutId id="2147483663" r:id="rId7"/>
    <p:sldLayoutId id="2147483677" r:id="rId8"/>
    <p:sldLayoutId id="2147483678" r:id="rId9"/>
    <p:sldLayoutId id="2147483679" r:id="rId10"/>
    <p:sldLayoutId id="2147483673" r:id="rId11"/>
    <p:sldLayoutId id="2147483680" r:id="rId12"/>
    <p:sldLayoutId id="2147483681" r:id="rId13"/>
    <p:sldLayoutId id="2147483664" r:id="rId14"/>
    <p:sldLayoutId id="2147483665" r:id="rId15"/>
    <p:sldLayoutId id="2147483689" r:id="rId16"/>
    <p:sldLayoutId id="2147483688" r:id="rId17"/>
    <p:sldLayoutId id="2147483674" r:id="rId18"/>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2" name="Afbeelding 21" hidden="1">
            <a:extLst>
              <a:ext uri="{FF2B5EF4-FFF2-40B4-BE49-F238E27FC236}">
                <a16:creationId xmlns:a16="http://schemas.microsoft.com/office/drawing/2014/main" id="{4CCE1003-FBC6-4FAE-9B87-06E360FFFEDD}"/>
              </a:ext>
            </a:extLst>
          </p:cNvPr>
          <p:cNvPicPr>
            <a:picLocks noChangeAspect="1"/>
          </p:cNvPicPr>
          <p:nvPr userDrawn="1"/>
        </p:nvPicPr>
        <p:blipFill>
          <a:blip r:embed="rId7">
            <a:duotone>
              <a:schemeClr val="bg2">
                <a:shade val="45000"/>
                <a:satMod val="135000"/>
              </a:schemeClr>
              <a:prstClr val="white"/>
            </a:duotone>
          </a:blip>
          <a:stretch>
            <a:fillRect/>
          </a:stretch>
        </p:blipFill>
        <p:spPr>
          <a:xfrm>
            <a:off x="0" y="0"/>
            <a:ext cx="12191999" cy="7109236"/>
          </a:xfrm>
          <a:prstGeom prst="rect">
            <a:avLst/>
          </a:prstGeom>
        </p:spPr>
      </p:pic>
      <p:grpSp>
        <p:nvGrpSpPr>
          <p:cNvPr id="29" name="GRID" hidden="1">
            <a:extLst>
              <a:ext uri="{FF2B5EF4-FFF2-40B4-BE49-F238E27FC236}">
                <a16:creationId xmlns:a16="http://schemas.microsoft.com/office/drawing/2014/main" id="{B10A07CB-33C9-4722-B6F0-775B370EFA1B}"/>
              </a:ext>
            </a:extLst>
          </p:cNvPr>
          <p:cNvGrpSpPr/>
          <p:nvPr userDrawn="1"/>
        </p:nvGrpSpPr>
        <p:grpSpPr>
          <a:xfrm>
            <a:off x="-4648" y="0"/>
            <a:ext cx="12196648" cy="6858000"/>
            <a:chOff x="-4648" y="0"/>
            <a:chExt cx="12196648" cy="6858000"/>
          </a:xfrm>
          <a:solidFill>
            <a:schemeClr val="tx1">
              <a:alpha val="50000"/>
            </a:schemeClr>
          </a:solidFill>
        </p:grpSpPr>
        <p:sp>
          <p:nvSpPr>
            <p:cNvPr id="23" name="Rechthoek 22">
              <a:extLst>
                <a:ext uri="{FF2B5EF4-FFF2-40B4-BE49-F238E27FC236}">
                  <a16:creationId xmlns:a16="http://schemas.microsoft.com/office/drawing/2014/main" id="{977838C1-3679-402C-9565-B4532D477DE8}"/>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6" name="Rechthoek 25">
              <a:extLst>
                <a:ext uri="{FF2B5EF4-FFF2-40B4-BE49-F238E27FC236}">
                  <a16:creationId xmlns:a16="http://schemas.microsoft.com/office/drawing/2014/main" id="{C95EF84F-BAA9-4DA7-A14A-B97CA3F3886F}"/>
                </a:ext>
              </a:extLst>
            </p:cNvPr>
            <p:cNvSpPr/>
            <p:nvPr userDrawn="1"/>
          </p:nvSpPr>
          <p:spPr>
            <a:xfrm>
              <a:off x="-1" y="0"/>
              <a:ext cx="969297"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7" name="Rechthoek 26">
              <a:extLst>
                <a:ext uri="{FF2B5EF4-FFF2-40B4-BE49-F238E27FC236}">
                  <a16:creationId xmlns:a16="http://schemas.microsoft.com/office/drawing/2014/main" id="{CFE7E913-D09D-4E21-97E1-C9EA94CD80F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8" name="Rechthoek 27">
              <a:extLst>
                <a:ext uri="{FF2B5EF4-FFF2-40B4-BE49-F238E27FC236}">
                  <a16:creationId xmlns:a16="http://schemas.microsoft.com/office/drawing/2014/main" id="{AD111C42-33C4-47D9-91D8-9929B9BA4FEF}"/>
                </a:ext>
              </a:extLst>
            </p:cNvPr>
            <p:cNvSpPr/>
            <p:nvPr userDrawn="1"/>
          </p:nvSpPr>
          <p:spPr>
            <a:xfrm>
              <a:off x="0" y="613800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6" name="Rechthoek 35">
              <a:extLst>
                <a:ext uri="{FF2B5EF4-FFF2-40B4-BE49-F238E27FC236}">
                  <a16:creationId xmlns:a16="http://schemas.microsoft.com/office/drawing/2014/main" id="{4750ACE1-9951-44FF-B23D-F52315BFF192}"/>
                </a:ext>
              </a:extLst>
            </p:cNvPr>
            <p:cNvSpPr/>
            <p:nvPr userDrawn="1"/>
          </p:nvSpPr>
          <p:spPr>
            <a:xfrm>
              <a:off x="971105"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7" name="Rechthoek 36">
              <a:extLst>
                <a:ext uri="{FF2B5EF4-FFF2-40B4-BE49-F238E27FC236}">
                  <a16:creationId xmlns:a16="http://schemas.microsoft.com/office/drawing/2014/main" id="{123C2EDE-1807-4326-804E-5B664985BBDE}"/>
                </a:ext>
              </a:extLst>
            </p:cNvPr>
            <p:cNvSpPr/>
            <p:nvPr userDrawn="1"/>
          </p:nvSpPr>
          <p:spPr>
            <a:xfrm>
              <a:off x="11221352"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9" name="Rechthoek 38">
              <a:extLst>
                <a:ext uri="{FF2B5EF4-FFF2-40B4-BE49-F238E27FC236}">
                  <a16:creationId xmlns:a16="http://schemas.microsoft.com/office/drawing/2014/main" id="{21E9DF46-D7CD-41ED-9EBD-9A434AAAD41D}"/>
                </a:ext>
              </a:extLst>
            </p:cNvPr>
            <p:cNvSpPr/>
            <p:nvPr userDrawn="1"/>
          </p:nvSpPr>
          <p:spPr>
            <a:xfrm>
              <a:off x="0" y="962469"/>
              <a:ext cx="12192000" cy="252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41" name="Rechthoek 40">
              <a:extLst>
                <a:ext uri="{FF2B5EF4-FFF2-40B4-BE49-F238E27FC236}">
                  <a16:creationId xmlns:a16="http://schemas.microsoft.com/office/drawing/2014/main" id="{3F71EE44-5371-4697-A2ED-D9FBD8C36A12}"/>
                </a:ext>
              </a:extLst>
            </p:cNvPr>
            <p:cNvSpPr/>
            <p:nvPr userDrawn="1"/>
          </p:nvSpPr>
          <p:spPr>
            <a:xfrm>
              <a:off x="0" y="1872422"/>
              <a:ext cx="12192000" cy="504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1" name="Rechthoek 20">
              <a:extLst>
                <a:ext uri="{FF2B5EF4-FFF2-40B4-BE49-F238E27FC236}">
                  <a16:creationId xmlns:a16="http://schemas.microsoft.com/office/drawing/2014/main" id="{3C492553-DAB1-4E7E-BA39-94244B7DB0A3}"/>
                </a:ext>
              </a:extLst>
            </p:cNvPr>
            <p:cNvSpPr/>
            <p:nvPr userDrawn="1"/>
          </p:nvSpPr>
          <p:spPr>
            <a:xfrm>
              <a:off x="-4648"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4" name="Rechthoek 23">
              <a:extLst>
                <a:ext uri="{FF2B5EF4-FFF2-40B4-BE49-F238E27FC236}">
                  <a16:creationId xmlns:a16="http://schemas.microsoft.com/office/drawing/2014/main" id="{59927F2D-94DC-41B9-9F07-CCE23A13F232}"/>
                </a:ext>
              </a:extLst>
            </p:cNvPr>
            <p:cNvSpPr/>
            <p:nvPr userDrawn="1"/>
          </p:nvSpPr>
          <p:spPr>
            <a:xfrm>
              <a:off x="737105"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grpSp>
    </p:spTree>
    <p:extLst>
      <p:ext uri="{BB962C8B-B14F-4D97-AF65-F5344CB8AC3E}">
        <p14:creationId xmlns:p14="http://schemas.microsoft.com/office/powerpoint/2010/main" val="56684854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80000"/>
        </a:lnSpc>
        <a:spcBef>
          <a:spcPct val="0"/>
        </a:spcBef>
        <a:buNone/>
        <a:defRPr sz="3000" kern="1200" cap="all" baseline="0">
          <a:solidFill>
            <a:srgbClr val="211F26"/>
          </a:solidFill>
          <a:latin typeface="+mj-lt"/>
          <a:ea typeface="+mj-ea"/>
          <a:cs typeface="+mj-cs"/>
        </a:defRPr>
      </a:lvl1pPr>
    </p:titleStyle>
    <p:bodyStyle>
      <a:lvl1pPr marL="177800" indent="-177800" algn="l" defTabSz="914400" rtl="0" eaLnBrk="1" latinLnBrk="0" hangingPunct="1">
        <a:lnSpc>
          <a:spcPct val="90000"/>
        </a:lnSpc>
        <a:spcBef>
          <a:spcPts val="400"/>
        </a:spcBef>
        <a:spcAft>
          <a:spcPts val="400"/>
        </a:spcAft>
        <a:buClr>
          <a:srgbClr val="211F26"/>
        </a:buClr>
        <a:buSzPct val="100000"/>
        <a:buFont typeface="Arial" panose="020B0604020202020204" pitchFamily="34" charset="0"/>
        <a:buChar char="●"/>
        <a:defRPr sz="1400" kern="1200">
          <a:solidFill>
            <a:srgbClr val="211F26"/>
          </a:solidFill>
          <a:latin typeface="+mn-lt"/>
          <a:ea typeface="+mn-ea"/>
          <a:cs typeface="+mn-cs"/>
        </a:defRPr>
      </a:lvl1pPr>
      <a:lvl2pPr marL="355600" indent="-177800" algn="l" defTabSz="914400" rtl="0" eaLnBrk="1" latinLnBrk="0" hangingPunct="1">
        <a:lnSpc>
          <a:spcPct val="90000"/>
        </a:lnSpc>
        <a:spcBef>
          <a:spcPts val="400"/>
        </a:spcBef>
        <a:spcAft>
          <a:spcPts val="400"/>
        </a:spcAft>
        <a:buClr>
          <a:srgbClr val="1FF524"/>
        </a:buClr>
        <a:buFont typeface="Arial" panose="020B0604020202020204" pitchFamily="34" charset="0"/>
        <a:buChar char="●"/>
        <a:defRPr sz="1400" kern="1200">
          <a:solidFill>
            <a:srgbClr val="211F26"/>
          </a:solidFill>
          <a:latin typeface="+mn-lt"/>
          <a:ea typeface="+mn-ea"/>
          <a:cs typeface="+mn-cs"/>
        </a:defRPr>
      </a:lvl2pPr>
      <a:lvl3pPr marL="541338" indent="-185738" algn="l" defTabSz="914400" rtl="0" eaLnBrk="1" latinLnBrk="0" hangingPunct="1">
        <a:lnSpc>
          <a:spcPct val="90000"/>
        </a:lnSpc>
        <a:spcBef>
          <a:spcPts val="400"/>
        </a:spcBef>
        <a:spcAft>
          <a:spcPts val="400"/>
        </a:spcAft>
        <a:buClr>
          <a:srgbClr val="9D9FA1"/>
        </a:buClr>
        <a:buFont typeface="Arial" panose="020B0604020202020204" pitchFamily="34" charset="0"/>
        <a:buChar char="•"/>
        <a:defRPr sz="1400" kern="1200">
          <a:solidFill>
            <a:srgbClr val="211F26"/>
          </a:solidFill>
          <a:latin typeface="+mn-lt"/>
          <a:ea typeface="+mn-ea"/>
          <a:cs typeface="+mn-cs"/>
        </a:defRPr>
      </a:lvl3pPr>
      <a:lvl4pPr marL="0" indent="0" algn="l" defTabSz="914400" rtl="0" eaLnBrk="1" latinLnBrk="0" hangingPunct="1">
        <a:lnSpc>
          <a:spcPct val="90000"/>
        </a:lnSpc>
        <a:spcBef>
          <a:spcPts val="400"/>
        </a:spcBef>
        <a:spcAft>
          <a:spcPts val="400"/>
        </a:spcAft>
        <a:buFont typeface="Arial" panose="020B0604020202020204" pitchFamily="34" charset="0"/>
        <a:buNone/>
        <a:defRPr sz="1400" kern="1200">
          <a:solidFill>
            <a:srgbClr val="211F26"/>
          </a:solidFill>
          <a:latin typeface="+mn-lt"/>
          <a:ea typeface="+mn-ea"/>
          <a:cs typeface="+mn-cs"/>
        </a:defRPr>
      </a:lvl4pPr>
      <a:lvl5pPr marL="0" indent="0" algn="l" defTabSz="914400" rtl="0" eaLnBrk="1" latinLnBrk="0" hangingPunct="1">
        <a:lnSpc>
          <a:spcPct val="90000"/>
        </a:lnSpc>
        <a:spcBef>
          <a:spcPts val="400"/>
        </a:spcBef>
        <a:spcAft>
          <a:spcPts val="400"/>
        </a:spcAft>
        <a:buFont typeface="Arial" panose="020B0604020202020204" pitchFamily="34" charset="0"/>
        <a:buNone/>
        <a:defRPr sz="1600" b="1" kern="1200" cap="all" baseline="0">
          <a:solidFill>
            <a:srgbClr val="211F26"/>
          </a:solidFill>
          <a:latin typeface="+mj-lt"/>
          <a:ea typeface="+mn-ea"/>
          <a:cs typeface="+mn-cs"/>
        </a:defRPr>
      </a:lvl5pPr>
      <a:lvl6pPr marL="0" indent="0" algn="l" defTabSz="914400" rtl="0" eaLnBrk="1" latinLnBrk="0" hangingPunct="1">
        <a:lnSpc>
          <a:spcPct val="90000"/>
        </a:lnSpc>
        <a:spcBef>
          <a:spcPts val="400"/>
        </a:spcBef>
        <a:spcAft>
          <a:spcPts val="400"/>
        </a:spcAft>
        <a:buFont typeface="Arial" panose="020B0604020202020204" pitchFamily="34" charset="0"/>
        <a:buNone/>
        <a:defRPr sz="1400" b="0" kern="1200">
          <a:solidFill>
            <a:srgbClr val="211F26"/>
          </a:solidFill>
          <a:latin typeface="+mj-lt"/>
          <a:ea typeface="+mn-ea"/>
          <a:cs typeface="+mn-cs"/>
        </a:defRPr>
      </a:lvl6pPr>
      <a:lvl7pPr marL="266700" indent="-266700" algn="l" defTabSz="914400" rtl="0" eaLnBrk="1" latinLnBrk="0" hangingPunct="1">
        <a:lnSpc>
          <a:spcPct val="90000"/>
        </a:lnSpc>
        <a:spcBef>
          <a:spcPts val="400"/>
        </a:spcBef>
        <a:spcAft>
          <a:spcPts val="400"/>
        </a:spcAft>
        <a:buClr>
          <a:schemeClr val="accent1"/>
        </a:buClr>
        <a:buFont typeface="+mj-lt"/>
        <a:buAutoNum type="arabicPeriod"/>
        <a:defRPr sz="1400" kern="1200">
          <a:solidFill>
            <a:srgbClr val="211F26"/>
          </a:solidFill>
          <a:latin typeface="+mn-lt"/>
          <a:ea typeface="+mn-ea"/>
          <a:cs typeface="+mn-cs"/>
        </a:defRPr>
      </a:lvl7pPr>
      <a:lvl8pPr marL="177800" indent="-177800" algn="l" defTabSz="914400" rtl="0" eaLnBrk="1" latinLnBrk="0" hangingPunct="1">
        <a:lnSpc>
          <a:spcPct val="90000"/>
        </a:lnSpc>
        <a:spcBef>
          <a:spcPts val="400"/>
        </a:spcBef>
        <a:spcAft>
          <a:spcPts val="400"/>
        </a:spcAft>
        <a:buSzPct val="100000"/>
        <a:buFontTx/>
        <a:buBlip>
          <a:blip r:embed="rId8"/>
        </a:buBlip>
        <a:defRPr sz="1400" kern="1200">
          <a:solidFill>
            <a:srgbClr val="211F26"/>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tabLst/>
        <a:defRPr sz="1800" i="1" kern="1200">
          <a:solidFill>
            <a:srgbClr val="211F26"/>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AB20F8C8-67F2-4738-BCA4-046C1A67FB06}"/>
              </a:ext>
            </a:extLst>
          </p:cNvPr>
          <p:cNvSpPr>
            <a:spLocks noGrp="1"/>
          </p:cNvSpPr>
          <p:nvPr>
            <p:ph type="ctrTitle"/>
          </p:nvPr>
        </p:nvSpPr>
        <p:spPr/>
        <p:txBody>
          <a:bodyPr/>
          <a:lstStyle/>
          <a:p>
            <a:r>
              <a:rPr lang="en-GB" noProof="0" dirty="0"/>
              <a:t>Corporate Bankruptcy Prediction</a:t>
            </a:r>
          </a:p>
        </p:txBody>
      </p:sp>
      <p:sp>
        <p:nvSpPr>
          <p:cNvPr id="5" name="Tijdelijke aanduiding voor voettekst 4">
            <a:extLst>
              <a:ext uri="{FF2B5EF4-FFF2-40B4-BE49-F238E27FC236}">
                <a16:creationId xmlns:a16="http://schemas.microsoft.com/office/drawing/2014/main" id="{009E3280-40B5-4265-8CAC-13EF7DA9EB5D}"/>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748A5D60-7A3C-434B-9B6A-6EE3D4AB27B1}"/>
              </a:ext>
            </a:extLst>
          </p:cNvPr>
          <p:cNvSpPr>
            <a:spLocks noGrp="1"/>
          </p:cNvSpPr>
          <p:nvPr>
            <p:ph type="sldNum" sz="quarter" idx="12"/>
          </p:nvPr>
        </p:nvSpPr>
        <p:spPr/>
        <p:txBody>
          <a:bodyPr/>
          <a:lstStyle/>
          <a:p>
            <a:fld id="{D7B5DC5B-6873-43DB-ADC7-B15ACCE0DFDB}" type="slidenum">
              <a:rPr lang="en-GB" noProof="0" smtClean="0"/>
              <a:pPr/>
              <a:t>1</a:t>
            </a:fld>
            <a:endParaRPr lang="en-GB" noProof="0" dirty="0"/>
          </a:p>
        </p:txBody>
      </p:sp>
      <p:sp>
        <p:nvSpPr>
          <p:cNvPr id="20" name="Tijdelijke aanduiding voor tekst 19">
            <a:extLst>
              <a:ext uri="{FF2B5EF4-FFF2-40B4-BE49-F238E27FC236}">
                <a16:creationId xmlns:a16="http://schemas.microsoft.com/office/drawing/2014/main" id="{44D2F16A-D1B4-4913-8CA1-29433B7F0530}"/>
              </a:ext>
            </a:extLst>
          </p:cNvPr>
          <p:cNvSpPr>
            <a:spLocks noGrp="1"/>
          </p:cNvSpPr>
          <p:nvPr>
            <p:ph type="body" sz="quarter" idx="15"/>
          </p:nvPr>
        </p:nvSpPr>
        <p:spPr/>
        <p:txBody>
          <a:bodyPr/>
          <a:lstStyle/>
          <a:p>
            <a:r>
              <a:rPr lang="en-GB" noProof="0" dirty="0"/>
              <a:t> </a:t>
            </a:r>
          </a:p>
        </p:txBody>
      </p:sp>
      <p:sp>
        <p:nvSpPr>
          <p:cNvPr id="17" name="Ondertitel 16">
            <a:extLst>
              <a:ext uri="{FF2B5EF4-FFF2-40B4-BE49-F238E27FC236}">
                <a16:creationId xmlns:a16="http://schemas.microsoft.com/office/drawing/2014/main" id="{250C0C05-A2C0-4A80-9657-D98A1E783FE3}"/>
              </a:ext>
            </a:extLst>
          </p:cNvPr>
          <p:cNvSpPr>
            <a:spLocks noGrp="1"/>
          </p:cNvSpPr>
          <p:nvPr>
            <p:ph type="subTitle" idx="1"/>
          </p:nvPr>
        </p:nvSpPr>
        <p:spPr>
          <a:xfrm>
            <a:off x="515938" y="5327476"/>
            <a:ext cx="2600263" cy="240496"/>
          </a:xfrm>
        </p:spPr>
        <p:txBody>
          <a:bodyPr/>
          <a:lstStyle/>
          <a:p>
            <a:r>
              <a:rPr lang="en-GB" noProof="0" dirty="0"/>
              <a:t>Ian </a:t>
            </a:r>
            <a:r>
              <a:rPr lang="en-GB" noProof="0" dirty="0" err="1"/>
              <a:t>Bijvoet</a:t>
            </a:r>
            <a:r>
              <a:rPr lang="en-GB" noProof="0" dirty="0"/>
              <a:t>, Wenyi Zhang, Max </a:t>
            </a:r>
            <a:r>
              <a:rPr lang="en-GB" noProof="0" dirty="0" err="1"/>
              <a:t>Bischot</a:t>
            </a:r>
            <a:r>
              <a:rPr lang="en-GB" noProof="0" dirty="0"/>
              <a:t>, Vincent Smekens</a:t>
            </a:r>
          </a:p>
        </p:txBody>
      </p:sp>
      <p:sp>
        <p:nvSpPr>
          <p:cNvPr id="4" name="Tijdelijke aanduiding voor datum 3">
            <a:extLst>
              <a:ext uri="{FF2B5EF4-FFF2-40B4-BE49-F238E27FC236}">
                <a16:creationId xmlns:a16="http://schemas.microsoft.com/office/drawing/2014/main" id="{2DD18DE1-B3E8-4CD9-8A79-F0B64C97EEA3}"/>
              </a:ext>
            </a:extLst>
          </p:cNvPr>
          <p:cNvSpPr>
            <a:spLocks noGrp="1"/>
          </p:cNvSpPr>
          <p:nvPr>
            <p:ph type="dt" sz="half" idx="10"/>
          </p:nvPr>
        </p:nvSpPr>
        <p:spPr/>
        <p:txBody>
          <a:bodyPr/>
          <a:lstStyle/>
          <a:p>
            <a:r>
              <a:rPr lang="en-GB" noProof="0" dirty="0"/>
              <a:t>1</a:t>
            </a:r>
            <a:fld id="{4053BE14-0DCC-4BDA-AC66-0E75B0707A02}" type="datetime4">
              <a:rPr lang="en-GB" noProof="0" smtClean="0"/>
              <a:pPr/>
              <a:t>9 december 2025</a:t>
            </a:fld>
            <a:endParaRPr lang="en-GB" noProof="0" dirty="0"/>
          </a:p>
        </p:txBody>
      </p:sp>
      <p:sp>
        <p:nvSpPr>
          <p:cNvPr id="22" name="Tijdelijke aanduiding voor tekst 21">
            <a:extLst>
              <a:ext uri="{FF2B5EF4-FFF2-40B4-BE49-F238E27FC236}">
                <a16:creationId xmlns:a16="http://schemas.microsoft.com/office/drawing/2014/main" id="{06454FAB-68BC-4149-A6A4-2C878F810352}"/>
              </a:ext>
            </a:extLst>
          </p:cNvPr>
          <p:cNvSpPr>
            <a:spLocks noGrp="1"/>
          </p:cNvSpPr>
          <p:nvPr>
            <p:ph type="body" sz="quarter" idx="4294967295"/>
          </p:nvPr>
        </p:nvSpPr>
        <p:spPr>
          <a:xfrm>
            <a:off x="7083425" y="5537200"/>
            <a:ext cx="5108575" cy="430213"/>
          </a:xfrm>
        </p:spPr>
        <p:txBody>
          <a:bodyPr/>
          <a:lstStyle/>
          <a:p>
            <a:pPr marL="0" indent="0">
              <a:buNone/>
            </a:pPr>
            <a:r>
              <a:rPr lang="en-GB" noProof="0" dirty="0"/>
              <a:t> </a:t>
            </a:r>
          </a:p>
        </p:txBody>
      </p:sp>
      <p:pic>
        <p:nvPicPr>
          <p:cNvPr id="7" name="Picture Placeholder 6" descr="A magnifying glass over a graph&#10;&#10;AI-generated content may be incorrect.">
            <a:extLst>
              <a:ext uri="{FF2B5EF4-FFF2-40B4-BE49-F238E27FC236}">
                <a16:creationId xmlns:a16="http://schemas.microsoft.com/office/drawing/2014/main" id="{86D404BE-C88D-1BEF-F611-FB8C267E170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0370" r="20370"/>
          <a:stretch>
            <a:fillRect/>
          </a:stretch>
        </p:blipFill>
        <p:spPr/>
      </p:pic>
    </p:spTree>
    <p:extLst>
      <p:ext uri="{BB962C8B-B14F-4D97-AF65-F5344CB8AC3E}">
        <p14:creationId xmlns:p14="http://schemas.microsoft.com/office/powerpoint/2010/main" val="282430472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B7E1A1-F790-47C0-9356-C5378B7A3A5D}"/>
              </a:ext>
            </a:extLst>
          </p:cNvPr>
          <p:cNvSpPr>
            <a:spLocks noGrp="1"/>
          </p:cNvSpPr>
          <p:nvPr>
            <p:ph type="title"/>
          </p:nvPr>
        </p:nvSpPr>
        <p:spPr/>
        <p:txBody>
          <a:bodyPr/>
          <a:lstStyle/>
          <a:p>
            <a:r>
              <a:rPr lang="en-GB" noProof="0" dirty="0"/>
              <a:t>Aim/ Introduction</a:t>
            </a:r>
          </a:p>
        </p:txBody>
      </p:sp>
      <p:sp>
        <p:nvSpPr>
          <p:cNvPr id="4" name="Tijdelijke aanduiding voor datum 3">
            <a:extLst>
              <a:ext uri="{FF2B5EF4-FFF2-40B4-BE49-F238E27FC236}">
                <a16:creationId xmlns:a16="http://schemas.microsoft.com/office/drawing/2014/main" id="{9EDF6F3B-1FF9-4B91-A448-23E2406A6B6D}"/>
              </a:ext>
            </a:extLst>
          </p:cNvPr>
          <p:cNvSpPr>
            <a:spLocks noGrp="1"/>
          </p:cNvSpPr>
          <p:nvPr>
            <p:ph type="dt" sz="half" idx="10"/>
          </p:nvPr>
        </p:nvSpPr>
        <p:spPr/>
        <p:txBody>
          <a:bodyPr/>
          <a:lstStyle/>
          <a:p>
            <a:fld id="{D478D012-3D28-465A-91B9-EF0E898BB42D}" type="datetime4">
              <a:rPr lang="en-GB" noProof="0" smtClean="0"/>
              <a:pPr/>
              <a:t>9 december 2025</a:t>
            </a:fld>
            <a:endParaRPr lang="en-GB" noProof="0" dirty="0"/>
          </a:p>
        </p:txBody>
      </p:sp>
      <p:sp>
        <p:nvSpPr>
          <p:cNvPr id="5" name="Tijdelijke aanduiding voor voettekst 4">
            <a:extLst>
              <a:ext uri="{FF2B5EF4-FFF2-40B4-BE49-F238E27FC236}">
                <a16:creationId xmlns:a16="http://schemas.microsoft.com/office/drawing/2014/main" id="{FC25258D-CEC1-450A-9E3F-DC2325A3848C}"/>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F24D47D8-94B6-4C8A-B9FC-CA5D60BF8CAE}"/>
              </a:ext>
            </a:extLst>
          </p:cNvPr>
          <p:cNvSpPr>
            <a:spLocks noGrp="1"/>
          </p:cNvSpPr>
          <p:nvPr>
            <p:ph type="sldNum" sz="quarter" idx="12"/>
          </p:nvPr>
        </p:nvSpPr>
        <p:spPr/>
        <p:txBody>
          <a:bodyPr/>
          <a:lstStyle/>
          <a:p>
            <a:fld id="{D7B5DC5B-6873-43DB-ADC7-B15ACCE0DFDB}" type="slidenum">
              <a:rPr lang="en-GB" noProof="0" smtClean="0"/>
              <a:pPr/>
              <a:t>2</a:t>
            </a:fld>
            <a:endParaRPr lang="en-GB" noProof="0" dirty="0"/>
          </a:p>
        </p:txBody>
      </p:sp>
      <p:sp>
        <p:nvSpPr>
          <p:cNvPr id="7" name="Tijdelijke aanduiding voor tekst 6">
            <a:extLst>
              <a:ext uri="{FF2B5EF4-FFF2-40B4-BE49-F238E27FC236}">
                <a16:creationId xmlns:a16="http://schemas.microsoft.com/office/drawing/2014/main" id="{4B951491-4E3B-40C4-8C83-A0D6F178DE39}"/>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9E40EB59-C6F2-4913-B9A5-14A188F25D6E}"/>
              </a:ext>
            </a:extLst>
          </p:cNvPr>
          <p:cNvSpPr>
            <a:spLocks noGrp="1"/>
          </p:cNvSpPr>
          <p:nvPr>
            <p:ph type="body" sz="quarter" idx="15"/>
          </p:nvPr>
        </p:nvSpPr>
        <p:spPr/>
        <p:txBody>
          <a:bodyPr/>
          <a:lstStyle/>
          <a:p>
            <a:r>
              <a:rPr lang="en-GB" noProof="0" dirty="0"/>
              <a:t> </a:t>
            </a:r>
          </a:p>
        </p:txBody>
      </p:sp>
      <p:sp>
        <p:nvSpPr>
          <p:cNvPr id="3" name="Tijdelijke aanduiding voor verticale tekst 2">
            <a:extLst>
              <a:ext uri="{FF2B5EF4-FFF2-40B4-BE49-F238E27FC236}">
                <a16:creationId xmlns:a16="http://schemas.microsoft.com/office/drawing/2014/main" id="{07D2D730-88C0-4DD8-94A4-7B59683A8698}"/>
              </a:ext>
            </a:extLst>
          </p:cNvPr>
          <p:cNvSpPr>
            <a:spLocks noGrp="1"/>
          </p:cNvSpPr>
          <p:nvPr>
            <p:ph type="body" orient="vert" idx="4294967295"/>
          </p:nvPr>
        </p:nvSpPr>
        <p:spPr>
          <a:xfrm>
            <a:off x="515938" y="1592263"/>
            <a:ext cx="10956062" cy="4213225"/>
          </a:xfrm>
        </p:spPr>
        <p:txBody>
          <a:bodyPr anchor="ctr"/>
          <a:lstStyle/>
          <a:p>
            <a:pPr lvl="3">
              <a:spcBef>
                <a:spcPts val="0"/>
              </a:spcBef>
              <a:spcAft>
                <a:spcPts val="0"/>
              </a:spcAft>
            </a:pPr>
            <a:endParaRPr lang="en-GB" sz="2400" noProof="0" dirty="0"/>
          </a:p>
        </p:txBody>
      </p:sp>
      <p:sp>
        <p:nvSpPr>
          <p:cNvPr id="9" name="TextBox 8">
            <a:extLst>
              <a:ext uri="{FF2B5EF4-FFF2-40B4-BE49-F238E27FC236}">
                <a16:creationId xmlns:a16="http://schemas.microsoft.com/office/drawing/2014/main" id="{C5FACD82-455C-94E5-4ABA-EE99B14BA592}"/>
              </a:ext>
            </a:extLst>
          </p:cNvPr>
          <p:cNvSpPr txBox="1"/>
          <p:nvPr/>
        </p:nvSpPr>
        <p:spPr>
          <a:xfrm>
            <a:off x="1871663" y="122872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Tree>
    <p:extLst>
      <p:ext uri="{BB962C8B-B14F-4D97-AF65-F5344CB8AC3E}">
        <p14:creationId xmlns:p14="http://schemas.microsoft.com/office/powerpoint/2010/main" val="96658537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9B4F-FD4B-2561-BE6C-F11093F133B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4AAFB57-3872-F09B-16A7-3E32AD662339}"/>
              </a:ext>
            </a:extLst>
          </p:cNvPr>
          <p:cNvSpPr>
            <a:spLocks noGrp="1"/>
          </p:cNvSpPr>
          <p:nvPr>
            <p:ph type="title"/>
          </p:nvPr>
        </p:nvSpPr>
        <p:spPr/>
        <p:txBody>
          <a:bodyPr/>
          <a:lstStyle/>
          <a:p>
            <a:r>
              <a:rPr lang="en-GB" noProof="0" dirty="0"/>
              <a:t>Hypotheses</a:t>
            </a:r>
          </a:p>
        </p:txBody>
      </p:sp>
      <p:sp>
        <p:nvSpPr>
          <p:cNvPr id="4" name="Tijdelijke aanduiding voor datum 3">
            <a:extLst>
              <a:ext uri="{FF2B5EF4-FFF2-40B4-BE49-F238E27FC236}">
                <a16:creationId xmlns:a16="http://schemas.microsoft.com/office/drawing/2014/main" id="{71FF3533-5D2C-DBAE-209B-2AD2566B1AD3}"/>
              </a:ext>
            </a:extLst>
          </p:cNvPr>
          <p:cNvSpPr>
            <a:spLocks noGrp="1"/>
          </p:cNvSpPr>
          <p:nvPr>
            <p:ph type="dt" sz="half" idx="10"/>
          </p:nvPr>
        </p:nvSpPr>
        <p:spPr/>
        <p:txBody>
          <a:bodyPr/>
          <a:lstStyle/>
          <a:p>
            <a:fld id="{D478D012-3D28-465A-91B9-EF0E898BB42D}" type="datetime4">
              <a:rPr lang="en-GB" noProof="0" smtClean="0"/>
              <a:pPr/>
              <a:t>9 December 2025</a:t>
            </a:fld>
            <a:endParaRPr lang="en-GB" noProof="0" dirty="0"/>
          </a:p>
        </p:txBody>
      </p:sp>
      <p:sp>
        <p:nvSpPr>
          <p:cNvPr id="5" name="Tijdelijke aanduiding voor voettekst 4">
            <a:extLst>
              <a:ext uri="{FF2B5EF4-FFF2-40B4-BE49-F238E27FC236}">
                <a16:creationId xmlns:a16="http://schemas.microsoft.com/office/drawing/2014/main" id="{50269B93-2AF2-D41F-56DA-9D32A31FFB8D}"/>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3457345F-FAF1-3F00-C6AF-2A2AE0344949}"/>
              </a:ext>
            </a:extLst>
          </p:cNvPr>
          <p:cNvSpPr>
            <a:spLocks noGrp="1"/>
          </p:cNvSpPr>
          <p:nvPr>
            <p:ph type="sldNum" sz="quarter" idx="12"/>
          </p:nvPr>
        </p:nvSpPr>
        <p:spPr/>
        <p:txBody>
          <a:bodyPr/>
          <a:lstStyle/>
          <a:p>
            <a:fld id="{D7B5DC5B-6873-43DB-ADC7-B15ACCE0DFDB}" type="slidenum">
              <a:rPr lang="en-GB" noProof="0" smtClean="0"/>
              <a:pPr/>
              <a:t>3</a:t>
            </a:fld>
            <a:endParaRPr lang="en-GB" noProof="0" dirty="0"/>
          </a:p>
        </p:txBody>
      </p:sp>
      <p:sp>
        <p:nvSpPr>
          <p:cNvPr id="7" name="Tijdelijke aanduiding voor tekst 6">
            <a:extLst>
              <a:ext uri="{FF2B5EF4-FFF2-40B4-BE49-F238E27FC236}">
                <a16:creationId xmlns:a16="http://schemas.microsoft.com/office/drawing/2014/main" id="{A7B02743-0FE6-6DAF-E636-EE19F9B4032C}"/>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2C1AF322-A29B-DA93-30C6-0CBC60012C9C}"/>
              </a:ext>
            </a:extLst>
          </p:cNvPr>
          <p:cNvSpPr>
            <a:spLocks noGrp="1"/>
          </p:cNvSpPr>
          <p:nvPr>
            <p:ph type="body" sz="quarter" idx="15"/>
          </p:nvPr>
        </p:nvSpPr>
        <p:spPr/>
        <p:txBody>
          <a:bodyPr/>
          <a:lstStyle/>
          <a:p>
            <a:r>
              <a:rPr lang="en-GB" noProof="0" dirty="0"/>
              <a:t> </a:t>
            </a:r>
          </a:p>
        </p:txBody>
      </p:sp>
      <p:sp>
        <p:nvSpPr>
          <p:cNvPr id="3" name="Tijdelijke aanduiding voor verticale tekst 2">
            <a:extLst>
              <a:ext uri="{FF2B5EF4-FFF2-40B4-BE49-F238E27FC236}">
                <a16:creationId xmlns:a16="http://schemas.microsoft.com/office/drawing/2014/main" id="{6D60E203-DEB3-DABE-DC69-84CA16AA87B2}"/>
              </a:ext>
            </a:extLst>
          </p:cNvPr>
          <p:cNvSpPr>
            <a:spLocks noGrp="1"/>
          </p:cNvSpPr>
          <p:nvPr>
            <p:ph type="body" orient="vert" idx="4294967295"/>
          </p:nvPr>
        </p:nvSpPr>
        <p:spPr>
          <a:xfrm>
            <a:off x="515938" y="1592263"/>
            <a:ext cx="10956062" cy="4213225"/>
          </a:xfrm>
        </p:spPr>
        <p:txBody>
          <a:bodyPr anchor="ctr"/>
          <a:lstStyle/>
          <a:p>
            <a:pPr marL="342900" lvl="3" indent="-342900">
              <a:spcBef>
                <a:spcPts val="0"/>
              </a:spcBef>
              <a:spcAft>
                <a:spcPts val="0"/>
              </a:spcAft>
              <a:buFont typeface="Arial" panose="020B0604020202020204" pitchFamily="34" charset="0"/>
              <a:buChar char="•"/>
            </a:pPr>
            <a:r>
              <a:rPr lang="en-GB" sz="2400" noProof="0" dirty="0"/>
              <a:t>Are there model which can predict bankruptcy better than classical models?</a:t>
            </a:r>
          </a:p>
          <a:p>
            <a:pPr marL="342900" lvl="3" indent="-342900">
              <a:spcBef>
                <a:spcPts val="0"/>
              </a:spcBef>
              <a:spcAft>
                <a:spcPts val="0"/>
              </a:spcAft>
              <a:buFont typeface="Arial" panose="020B0604020202020204" pitchFamily="34" charset="0"/>
              <a:buChar char="•"/>
            </a:pPr>
            <a:r>
              <a:rPr lang="en-GB" sz="2400" noProof="0" dirty="0"/>
              <a:t>Which financial ratios predict bankruptcy best?</a:t>
            </a:r>
          </a:p>
          <a:p>
            <a:pPr marL="342900" lvl="3" indent="-342900">
              <a:spcBef>
                <a:spcPts val="0"/>
              </a:spcBef>
              <a:spcAft>
                <a:spcPts val="0"/>
              </a:spcAft>
              <a:buFont typeface="Arial" panose="020B0604020202020204" pitchFamily="34" charset="0"/>
              <a:buChar char="•"/>
            </a:pPr>
            <a:r>
              <a:rPr lang="en-GB" sz="2400" noProof="0" dirty="0"/>
              <a:t>Are smaller firms more predictable than larger firms?</a:t>
            </a:r>
          </a:p>
          <a:p>
            <a:pPr marL="342900" lvl="3" indent="-342900">
              <a:spcBef>
                <a:spcPts val="0"/>
              </a:spcBef>
              <a:spcAft>
                <a:spcPts val="0"/>
              </a:spcAft>
              <a:buFont typeface="Arial" panose="020B0604020202020204" pitchFamily="34" charset="0"/>
              <a:buChar char="•"/>
            </a:pPr>
            <a:r>
              <a:rPr lang="en-GB" sz="2400" noProof="0" dirty="0"/>
              <a:t>Do failing firms have a higher instability than healthy firms?</a:t>
            </a:r>
          </a:p>
          <a:p>
            <a:pPr marL="342900" lvl="3" indent="-342900">
              <a:spcBef>
                <a:spcPts val="0"/>
              </a:spcBef>
              <a:spcAft>
                <a:spcPts val="0"/>
              </a:spcAft>
              <a:buFont typeface="Arial" panose="020B0604020202020204" pitchFamily="34" charset="0"/>
              <a:buChar char="•"/>
            </a:pPr>
            <a:endParaRPr lang="en-GB" sz="2400" noProof="0" dirty="0"/>
          </a:p>
          <a:p>
            <a:pPr marL="342900" lvl="3" indent="-342900">
              <a:spcBef>
                <a:spcPts val="0"/>
              </a:spcBef>
              <a:spcAft>
                <a:spcPts val="0"/>
              </a:spcAft>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2955844934"/>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389C0-15D1-24A0-4EED-043F6CD9A1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D59442-7A76-2FDF-C044-B85DABDEBB37}"/>
              </a:ext>
            </a:extLst>
          </p:cNvPr>
          <p:cNvSpPr>
            <a:spLocks noGrp="1"/>
          </p:cNvSpPr>
          <p:nvPr>
            <p:ph type="title"/>
          </p:nvPr>
        </p:nvSpPr>
        <p:spPr/>
        <p:txBody>
          <a:bodyPr/>
          <a:lstStyle/>
          <a:p>
            <a:r>
              <a:rPr lang="en-GB" noProof="0" dirty="0"/>
              <a:t>Data </a:t>
            </a:r>
          </a:p>
        </p:txBody>
      </p:sp>
      <p:sp>
        <p:nvSpPr>
          <p:cNvPr id="4" name="Tijdelijke aanduiding voor datum 3">
            <a:extLst>
              <a:ext uri="{FF2B5EF4-FFF2-40B4-BE49-F238E27FC236}">
                <a16:creationId xmlns:a16="http://schemas.microsoft.com/office/drawing/2014/main" id="{726AFCB0-87B9-925F-462C-DA2520483530}"/>
              </a:ext>
            </a:extLst>
          </p:cNvPr>
          <p:cNvSpPr>
            <a:spLocks noGrp="1"/>
          </p:cNvSpPr>
          <p:nvPr>
            <p:ph type="dt" sz="half" idx="10"/>
          </p:nvPr>
        </p:nvSpPr>
        <p:spPr/>
        <p:txBody>
          <a:bodyPr/>
          <a:lstStyle/>
          <a:p>
            <a:fld id="{D478D012-3D28-465A-91B9-EF0E898BB42D}" type="datetime4">
              <a:rPr lang="en-GB" noProof="0" smtClean="0"/>
              <a:pPr/>
              <a:t>9 December 2025</a:t>
            </a:fld>
            <a:endParaRPr lang="en-GB" noProof="0" dirty="0"/>
          </a:p>
        </p:txBody>
      </p:sp>
      <p:sp>
        <p:nvSpPr>
          <p:cNvPr id="5" name="Tijdelijke aanduiding voor voettekst 4">
            <a:extLst>
              <a:ext uri="{FF2B5EF4-FFF2-40B4-BE49-F238E27FC236}">
                <a16:creationId xmlns:a16="http://schemas.microsoft.com/office/drawing/2014/main" id="{40C6871B-EAB5-FE47-149D-D2EEB82D62CC}"/>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31E75977-85BE-79E7-FC9A-5EC80AB65ABA}"/>
              </a:ext>
            </a:extLst>
          </p:cNvPr>
          <p:cNvSpPr>
            <a:spLocks noGrp="1"/>
          </p:cNvSpPr>
          <p:nvPr>
            <p:ph type="sldNum" sz="quarter" idx="12"/>
          </p:nvPr>
        </p:nvSpPr>
        <p:spPr/>
        <p:txBody>
          <a:bodyPr/>
          <a:lstStyle/>
          <a:p>
            <a:fld id="{D7B5DC5B-6873-43DB-ADC7-B15ACCE0DFDB}" type="slidenum">
              <a:rPr lang="en-GB" noProof="0" smtClean="0"/>
              <a:pPr/>
              <a:t>4</a:t>
            </a:fld>
            <a:endParaRPr lang="en-GB" noProof="0" dirty="0"/>
          </a:p>
        </p:txBody>
      </p:sp>
      <p:sp>
        <p:nvSpPr>
          <p:cNvPr id="7" name="Tijdelijke aanduiding voor tekst 6">
            <a:extLst>
              <a:ext uri="{FF2B5EF4-FFF2-40B4-BE49-F238E27FC236}">
                <a16:creationId xmlns:a16="http://schemas.microsoft.com/office/drawing/2014/main" id="{67785B0E-B86D-75CE-FDAE-81D448880CD0}"/>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AF1F99B7-5DA8-F698-D744-723439FED216}"/>
              </a:ext>
            </a:extLst>
          </p:cNvPr>
          <p:cNvSpPr>
            <a:spLocks noGrp="1"/>
          </p:cNvSpPr>
          <p:nvPr>
            <p:ph type="body" sz="quarter" idx="15"/>
          </p:nvPr>
        </p:nvSpPr>
        <p:spPr/>
        <p:txBody>
          <a:bodyPr/>
          <a:lstStyle/>
          <a:p>
            <a:r>
              <a:rPr lang="en-GB" noProof="0" dirty="0"/>
              <a:t> </a:t>
            </a:r>
          </a:p>
        </p:txBody>
      </p:sp>
      <p:sp>
        <p:nvSpPr>
          <p:cNvPr id="3" name="Tijdelijke aanduiding voor verticale tekst 2">
            <a:extLst>
              <a:ext uri="{FF2B5EF4-FFF2-40B4-BE49-F238E27FC236}">
                <a16:creationId xmlns:a16="http://schemas.microsoft.com/office/drawing/2014/main" id="{2A66C0CF-0FE7-F6E4-1E17-961C519CB2B0}"/>
              </a:ext>
            </a:extLst>
          </p:cNvPr>
          <p:cNvSpPr>
            <a:spLocks noGrp="1"/>
          </p:cNvSpPr>
          <p:nvPr>
            <p:ph type="body" orient="vert" idx="4294967295"/>
          </p:nvPr>
        </p:nvSpPr>
        <p:spPr>
          <a:xfrm>
            <a:off x="515938" y="1592263"/>
            <a:ext cx="10956062" cy="4213225"/>
          </a:xfrm>
        </p:spPr>
        <p:txBody>
          <a:bodyPr anchor="ctr"/>
          <a:lstStyle/>
          <a:p>
            <a:pPr marL="342900" lvl="3" indent="-342900">
              <a:spcBef>
                <a:spcPts val="0"/>
              </a:spcBef>
              <a:spcAft>
                <a:spcPts val="0"/>
              </a:spcAft>
              <a:buFont typeface="Arial" panose="020B0604020202020204" pitchFamily="34" charset="0"/>
              <a:buChar char="•"/>
            </a:pPr>
            <a:r>
              <a:rPr lang="en-GB" sz="2400" noProof="0" dirty="0"/>
              <a:t>Cleaned</a:t>
            </a:r>
          </a:p>
          <a:p>
            <a:pPr marL="342900" lvl="3" indent="-342900">
              <a:spcBef>
                <a:spcPts val="0"/>
              </a:spcBef>
              <a:spcAft>
                <a:spcPts val="0"/>
              </a:spcAft>
              <a:buFont typeface="Arial" panose="020B0604020202020204" pitchFamily="34" charset="0"/>
              <a:buChar char="•"/>
            </a:pPr>
            <a:r>
              <a:rPr lang="en-GB" sz="2400" dirty="0" err="1"/>
              <a:t>Winsorized</a:t>
            </a:r>
            <a:endParaRPr lang="en-GB" sz="2400" dirty="0"/>
          </a:p>
          <a:p>
            <a:pPr marL="342900" lvl="3" indent="-342900">
              <a:spcBef>
                <a:spcPts val="0"/>
              </a:spcBef>
              <a:spcAft>
                <a:spcPts val="0"/>
              </a:spcAft>
              <a:buFont typeface="Arial" panose="020B0604020202020204" pitchFamily="34" charset="0"/>
              <a:buChar char="•"/>
            </a:pPr>
            <a:endParaRPr lang="en-GB" sz="2400" noProof="0" dirty="0"/>
          </a:p>
          <a:p>
            <a:pPr marL="342900" lvl="3" indent="-342900">
              <a:spcBef>
                <a:spcPts val="0"/>
              </a:spcBef>
              <a:spcAft>
                <a:spcPts val="0"/>
              </a:spcAft>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147472301"/>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A9413D-D3EF-4816-BB67-C7443A81A883}"/>
              </a:ext>
            </a:extLst>
          </p:cNvPr>
          <p:cNvSpPr>
            <a:spLocks noGrp="1"/>
          </p:cNvSpPr>
          <p:nvPr>
            <p:ph type="title"/>
          </p:nvPr>
        </p:nvSpPr>
        <p:spPr/>
        <p:txBody>
          <a:bodyPr/>
          <a:lstStyle/>
          <a:p>
            <a:r>
              <a:rPr lang="en-GB" noProof="0" dirty="0"/>
              <a:t>Models</a:t>
            </a:r>
          </a:p>
        </p:txBody>
      </p:sp>
      <p:sp>
        <p:nvSpPr>
          <p:cNvPr id="3" name="Tijdelijke aanduiding voor verticale tekst 2">
            <a:extLst>
              <a:ext uri="{FF2B5EF4-FFF2-40B4-BE49-F238E27FC236}">
                <a16:creationId xmlns:a16="http://schemas.microsoft.com/office/drawing/2014/main" id="{1B54CB05-584C-4707-B6A4-BA3CC8BC2EC9}"/>
              </a:ext>
            </a:extLst>
          </p:cNvPr>
          <p:cNvSpPr>
            <a:spLocks noGrp="1"/>
          </p:cNvSpPr>
          <p:nvPr>
            <p:ph type="body" orient="vert" idx="1"/>
          </p:nvPr>
        </p:nvSpPr>
        <p:spPr>
          <a:xfrm>
            <a:off x="521158" y="4108960"/>
            <a:ext cx="5217205" cy="1548890"/>
          </a:xfrm>
        </p:spPr>
        <p:txBody>
          <a:bodyPr/>
          <a:lstStyle/>
          <a:p>
            <a:pPr lvl="3"/>
            <a:r>
              <a:rPr lang="en-GB" noProof="0" dirty="0"/>
              <a:t>Explain models</a:t>
            </a:r>
          </a:p>
          <a:p>
            <a:pPr lvl="3"/>
            <a:r>
              <a:rPr lang="en-GB" dirty="0"/>
              <a:t>.</a:t>
            </a:r>
            <a:br>
              <a:rPr lang="en-GB" dirty="0"/>
            </a:br>
            <a:endParaRPr lang="en-GB" dirty="0"/>
          </a:p>
          <a:p>
            <a:pPr lvl="3"/>
            <a:endParaRPr lang="en-GB" noProof="0" dirty="0"/>
          </a:p>
        </p:txBody>
      </p:sp>
      <p:sp>
        <p:nvSpPr>
          <p:cNvPr id="4" name="Tijdelijke aanduiding voor datum 3">
            <a:extLst>
              <a:ext uri="{FF2B5EF4-FFF2-40B4-BE49-F238E27FC236}">
                <a16:creationId xmlns:a16="http://schemas.microsoft.com/office/drawing/2014/main" id="{F9502C01-82AF-423F-8643-CBC3896B7F6C}"/>
              </a:ext>
            </a:extLst>
          </p:cNvPr>
          <p:cNvSpPr>
            <a:spLocks noGrp="1"/>
          </p:cNvSpPr>
          <p:nvPr>
            <p:ph type="dt" sz="half" idx="10"/>
          </p:nvPr>
        </p:nvSpPr>
        <p:spPr/>
        <p:txBody>
          <a:bodyPr/>
          <a:lstStyle/>
          <a:p>
            <a:fld id="{731CD031-FC28-41D7-9493-FCE2B056A56B}" type="datetime4">
              <a:rPr lang="en-GB" noProof="0" smtClean="0"/>
              <a:pPr/>
              <a:t>9 december 2025</a:t>
            </a:fld>
            <a:endParaRPr lang="en-GB" noProof="0" dirty="0"/>
          </a:p>
        </p:txBody>
      </p:sp>
      <p:sp>
        <p:nvSpPr>
          <p:cNvPr id="5" name="Tijdelijke aanduiding voor voettekst 4">
            <a:extLst>
              <a:ext uri="{FF2B5EF4-FFF2-40B4-BE49-F238E27FC236}">
                <a16:creationId xmlns:a16="http://schemas.microsoft.com/office/drawing/2014/main" id="{625BA418-5B9E-4278-8F6F-3C138A281650}"/>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2E227A3D-B867-4C5B-82D2-AF8FB707A5F2}"/>
              </a:ext>
            </a:extLst>
          </p:cNvPr>
          <p:cNvSpPr>
            <a:spLocks noGrp="1"/>
          </p:cNvSpPr>
          <p:nvPr>
            <p:ph type="sldNum" sz="quarter" idx="12"/>
          </p:nvPr>
        </p:nvSpPr>
        <p:spPr/>
        <p:txBody>
          <a:bodyPr/>
          <a:lstStyle/>
          <a:p>
            <a:fld id="{D7B5DC5B-6873-43DB-ADC7-B15ACCE0DFDB}" type="slidenum">
              <a:rPr lang="en-GB" noProof="0" smtClean="0"/>
              <a:pPr/>
              <a:t>5</a:t>
            </a:fld>
            <a:endParaRPr lang="en-GB" noProof="0" dirty="0"/>
          </a:p>
        </p:txBody>
      </p:sp>
      <p:sp>
        <p:nvSpPr>
          <p:cNvPr id="7" name="Tijdelijke aanduiding voor tekst 6">
            <a:extLst>
              <a:ext uri="{FF2B5EF4-FFF2-40B4-BE49-F238E27FC236}">
                <a16:creationId xmlns:a16="http://schemas.microsoft.com/office/drawing/2014/main" id="{6517AFEF-5B69-43F3-A286-F8087F5B98E5}"/>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C156E11C-3C70-4F4E-8139-C97586236411}"/>
              </a:ext>
            </a:extLst>
          </p:cNvPr>
          <p:cNvSpPr>
            <a:spLocks noGrp="1"/>
          </p:cNvSpPr>
          <p:nvPr>
            <p:ph type="body" sz="quarter" idx="15"/>
          </p:nvPr>
        </p:nvSpPr>
        <p:spPr/>
        <p:txBody>
          <a:bodyPr/>
          <a:lstStyle/>
          <a:p>
            <a:r>
              <a:rPr lang="en-GB" noProof="0" dirty="0"/>
              <a:t> v</a:t>
            </a:r>
          </a:p>
        </p:txBody>
      </p:sp>
      <p:sp>
        <p:nvSpPr>
          <p:cNvPr id="10" name="Tijdelijke aanduiding voor afbeelding 9">
            <a:extLst>
              <a:ext uri="{FF2B5EF4-FFF2-40B4-BE49-F238E27FC236}">
                <a16:creationId xmlns:a16="http://schemas.microsoft.com/office/drawing/2014/main" id="{EAF3555D-C4BE-468D-94AE-D9A2BC7A45DA}"/>
              </a:ext>
            </a:extLst>
          </p:cNvPr>
          <p:cNvSpPr>
            <a:spLocks noGrp="1"/>
          </p:cNvSpPr>
          <p:nvPr>
            <p:ph type="pic" sz="quarter" idx="13"/>
          </p:nvPr>
        </p:nvSpPr>
        <p:spPr/>
        <p:txBody>
          <a:bodyPr/>
          <a:lstStyle/>
          <a:p>
            <a:endParaRPr lang="en-GB" noProof="0" dirty="0"/>
          </a:p>
        </p:txBody>
      </p:sp>
      <p:sp>
        <p:nvSpPr>
          <p:cNvPr id="9" name="TextBox 8">
            <a:extLst>
              <a:ext uri="{FF2B5EF4-FFF2-40B4-BE49-F238E27FC236}">
                <a16:creationId xmlns:a16="http://schemas.microsoft.com/office/drawing/2014/main" id="{3E38F81B-203C-7733-A867-126DA74E8917}"/>
              </a:ext>
            </a:extLst>
          </p:cNvPr>
          <p:cNvSpPr txBox="1"/>
          <p:nvPr/>
        </p:nvSpPr>
        <p:spPr>
          <a:xfrm>
            <a:off x="2528888" y="5500688"/>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nl-NL" sz="1600" dirty="0" err="1"/>
          </a:p>
        </p:txBody>
      </p:sp>
      <p:sp>
        <p:nvSpPr>
          <p:cNvPr id="11" name="TextBox 10">
            <a:extLst>
              <a:ext uri="{FF2B5EF4-FFF2-40B4-BE49-F238E27FC236}">
                <a16:creationId xmlns:a16="http://schemas.microsoft.com/office/drawing/2014/main" id="{0029ADC6-C570-65C0-6283-FE7D0449BD19}"/>
              </a:ext>
            </a:extLst>
          </p:cNvPr>
          <p:cNvSpPr txBox="1"/>
          <p:nvPr/>
        </p:nvSpPr>
        <p:spPr>
          <a:xfrm>
            <a:off x="3143250" y="4414838"/>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nl-NL" sz="1600" dirty="0" err="1"/>
          </a:p>
        </p:txBody>
      </p:sp>
    </p:spTree>
    <p:extLst>
      <p:ext uri="{BB962C8B-B14F-4D97-AF65-F5344CB8AC3E}">
        <p14:creationId xmlns:p14="http://schemas.microsoft.com/office/powerpoint/2010/main" val="370940632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F30C-8E16-6182-09BB-BDCAD9783F4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1A700F1-397F-9B38-23FD-BC3D89A8E5D8}"/>
              </a:ext>
            </a:extLst>
          </p:cNvPr>
          <p:cNvSpPr>
            <a:spLocks noGrp="1"/>
          </p:cNvSpPr>
          <p:nvPr>
            <p:ph type="body" sz="quarter" idx="16"/>
          </p:nvPr>
        </p:nvSpPr>
        <p:spPr/>
        <p:txBody>
          <a:bodyPr/>
          <a:lstStyle/>
          <a:p>
            <a:endParaRPr lang="en-GB" noProof="0" dirty="0"/>
          </a:p>
        </p:txBody>
      </p:sp>
      <p:sp>
        <p:nvSpPr>
          <p:cNvPr id="3" name="Titel 2">
            <a:extLst>
              <a:ext uri="{FF2B5EF4-FFF2-40B4-BE49-F238E27FC236}">
                <a16:creationId xmlns:a16="http://schemas.microsoft.com/office/drawing/2014/main" id="{E6A71B8C-F0B9-081A-30E0-51C3A8116B2D}"/>
              </a:ext>
            </a:extLst>
          </p:cNvPr>
          <p:cNvSpPr>
            <a:spLocks noGrp="1"/>
          </p:cNvSpPr>
          <p:nvPr>
            <p:ph type="title"/>
          </p:nvPr>
        </p:nvSpPr>
        <p:spPr/>
        <p:txBody>
          <a:bodyPr/>
          <a:lstStyle/>
          <a:p>
            <a:r>
              <a:rPr lang="en-GB" noProof="0" dirty="0"/>
              <a:t>Evaluation metrics</a:t>
            </a:r>
          </a:p>
        </p:txBody>
      </p:sp>
      <p:sp>
        <p:nvSpPr>
          <p:cNvPr id="4" name="Tijdelijke aanduiding voor datum 3">
            <a:extLst>
              <a:ext uri="{FF2B5EF4-FFF2-40B4-BE49-F238E27FC236}">
                <a16:creationId xmlns:a16="http://schemas.microsoft.com/office/drawing/2014/main" id="{C0EC9E5B-7C84-8B3E-E10D-642F641F63F9}"/>
              </a:ext>
            </a:extLst>
          </p:cNvPr>
          <p:cNvSpPr>
            <a:spLocks noGrp="1"/>
          </p:cNvSpPr>
          <p:nvPr>
            <p:ph type="dt" sz="half" idx="10"/>
          </p:nvPr>
        </p:nvSpPr>
        <p:spPr/>
        <p:txBody>
          <a:bodyPr/>
          <a:lstStyle/>
          <a:p>
            <a:fld id="{731CD031-FC28-41D7-9493-FCE2B056A56B}" type="datetime4">
              <a:rPr lang="en-GB" noProof="0" smtClean="0"/>
              <a:t>9 December 2025</a:t>
            </a:fld>
            <a:endParaRPr lang="en-GB" noProof="0" dirty="0"/>
          </a:p>
        </p:txBody>
      </p:sp>
      <p:sp>
        <p:nvSpPr>
          <p:cNvPr id="5" name="Tijdelijke aanduiding voor voettekst 4">
            <a:extLst>
              <a:ext uri="{FF2B5EF4-FFF2-40B4-BE49-F238E27FC236}">
                <a16:creationId xmlns:a16="http://schemas.microsoft.com/office/drawing/2014/main" id="{A45FFEB9-428A-2D9D-7533-55295F38FBB7}"/>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C903D7FC-BFA8-D55B-3367-FA6F579C3F54}"/>
              </a:ext>
            </a:extLst>
          </p:cNvPr>
          <p:cNvSpPr>
            <a:spLocks noGrp="1"/>
          </p:cNvSpPr>
          <p:nvPr>
            <p:ph type="sldNum" sz="quarter" idx="12"/>
          </p:nvPr>
        </p:nvSpPr>
        <p:spPr/>
        <p:txBody>
          <a:bodyPr/>
          <a:lstStyle/>
          <a:p>
            <a:fld id="{D7B5DC5B-6873-43DB-ADC7-B15ACCE0DFDB}" type="slidenum">
              <a:rPr lang="en-GB" noProof="0" smtClean="0"/>
              <a:t>6</a:t>
            </a:fld>
            <a:endParaRPr lang="en-GB" noProof="0" dirty="0"/>
          </a:p>
        </p:txBody>
      </p:sp>
      <p:sp>
        <p:nvSpPr>
          <p:cNvPr id="7" name="Tijdelijke aanduiding voor tekst 6">
            <a:extLst>
              <a:ext uri="{FF2B5EF4-FFF2-40B4-BE49-F238E27FC236}">
                <a16:creationId xmlns:a16="http://schemas.microsoft.com/office/drawing/2014/main" id="{5DAD6099-292C-775F-5784-A811ACA49E0C}"/>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8D82741D-5765-85CC-9A95-3283A33AF6D9}"/>
              </a:ext>
            </a:extLst>
          </p:cNvPr>
          <p:cNvSpPr>
            <a:spLocks noGrp="1"/>
          </p:cNvSpPr>
          <p:nvPr>
            <p:ph type="body" sz="quarter" idx="15"/>
          </p:nvPr>
        </p:nvSpPr>
        <p:spPr/>
        <p:txBody>
          <a:bodyPr/>
          <a:lstStyle/>
          <a:p>
            <a:r>
              <a:rPr lang="en-GB" noProof="0" dirty="0"/>
              <a:t> </a:t>
            </a:r>
          </a:p>
        </p:txBody>
      </p:sp>
      <p:sp>
        <p:nvSpPr>
          <p:cNvPr id="10" name="Tijdelijke aanduiding voor verticale tekst 9">
            <a:extLst>
              <a:ext uri="{FF2B5EF4-FFF2-40B4-BE49-F238E27FC236}">
                <a16:creationId xmlns:a16="http://schemas.microsoft.com/office/drawing/2014/main" id="{F4B6D5EE-7EFA-82F8-F28A-B93587B792F3}"/>
              </a:ext>
            </a:extLst>
          </p:cNvPr>
          <p:cNvSpPr>
            <a:spLocks noGrp="1"/>
          </p:cNvSpPr>
          <p:nvPr>
            <p:ph type="body" orient="vert" idx="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1" name="Tijdelijke aanduiding voor verticale tekst 10">
            <a:extLst>
              <a:ext uri="{FF2B5EF4-FFF2-40B4-BE49-F238E27FC236}">
                <a16:creationId xmlns:a16="http://schemas.microsoft.com/office/drawing/2014/main" id="{F529862D-7460-F04C-EA29-4D49E95AC56B}"/>
              </a:ext>
            </a:extLst>
          </p:cNvPr>
          <p:cNvSpPr>
            <a:spLocks noGrp="1"/>
          </p:cNvSpPr>
          <p:nvPr>
            <p:ph type="body" orient="vert" idx="24"/>
          </p:nvPr>
        </p:nvSpPr>
        <p:spPr/>
        <p:txBody>
          <a:bodyPr/>
          <a:lstStyle/>
          <a:p>
            <a:pPr lvl="4"/>
            <a:r>
              <a:rPr lang="en-GB" noProof="0" dirty="0"/>
              <a:t>AUC	</a:t>
            </a:r>
          </a:p>
        </p:txBody>
      </p:sp>
      <p:sp>
        <p:nvSpPr>
          <p:cNvPr id="12" name="Tijdelijke aanduiding voor tekst 11">
            <a:extLst>
              <a:ext uri="{FF2B5EF4-FFF2-40B4-BE49-F238E27FC236}">
                <a16:creationId xmlns:a16="http://schemas.microsoft.com/office/drawing/2014/main" id="{661D8FCC-4909-4B91-FFC0-5C06A9F60B79}"/>
              </a:ext>
            </a:extLst>
          </p:cNvPr>
          <p:cNvSpPr>
            <a:spLocks noGrp="1"/>
          </p:cNvSpPr>
          <p:nvPr>
            <p:ph type="body" sz="quarter" idx="25"/>
          </p:nvPr>
        </p:nvSpPr>
        <p:spPr/>
        <p:txBody>
          <a:bodyPr/>
          <a:lstStyle/>
          <a:p>
            <a:endParaRPr lang="en-GB" noProof="0" dirty="0"/>
          </a:p>
        </p:txBody>
      </p:sp>
      <p:sp>
        <p:nvSpPr>
          <p:cNvPr id="14" name="Tijdelijke aanduiding voor verticale tekst 13">
            <a:extLst>
              <a:ext uri="{FF2B5EF4-FFF2-40B4-BE49-F238E27FC236}">
                <a16:creationId xmlns:a16="http://schemas.microsoft.com/office/drawing/2014/main" id="{3960194A-B129-0C4B-8C76-75DE7A4CD4D7}"/>
              </a:ext>
            </a:extLst>
          </p:cNvPr>
          <p:cNvSpPr>
            <a:spLocks noGrp="1"/>
          </p:cNvSpPr>
          <p:nvPr>
            <p:ph type="body" orient="vert" idx="27"/>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5" name="Tijdelijke aanduiding voor verticale tekst 14">
            <a:extLst>
              <a:ext uri="{FF2B5EF4-FFF2-40B4-BE49-F238E27FC236}">
                <a16:creationId xmlns:a16="http://schemas.microsoft.com/office/drawing/2014/main" id="{BB290CD9-AF27-5BC9-7E63-4685B5C3180C}"/>
              </a:ext>
            </a:extLst>
          </p:cNvPr>
          <p:cNvSpPr>
            <a:spLocks noGrp="1"/>
          </p:cNvSpPr>
          <p:nvPr>
            <p:ph type="body" orient="vert" idx="28"/>
          </p:nvPr>
        </p:nvSpPr>
        <p:spPr/>
        <p:txBody>
          <a:bodyPr/>
          <a:lstStyle/>
          <a:p>
            <a:pPr lvl="4"/>
            <a:r>
              <a:rPr lang="en-GB" noProof="0" dirty="0"/>
              <a:t>Recall</a:t>
            </a:r>
          </a:p>
        </p:txBody>
      </p:sp>
      <p:sp>
        <p:nvSpPr>
          <p:cNvPr id="16" name="Tijdelijke aanduiding voor tekst 15">
            <a:extLst>
              <a:ext uri="{FF2B5EF4-FFF2-40B4-BE49-F238E27FC236}">
                <a16:creationId xmlns:a16="http://schemas.microsoft.com/office/drawing/2014/main" id="{E9191C03-86A2-2013-8D2B-FD06E711AE6C}"/>
              </a:ext>
            </a:extLst>
          </p:cNvPr>
          <p:cNvSpPr>
            <a:spLocks noGrp="1"/>
          </p:cNvSpPr>
          <p:nvPr>
            <p:ph type="body" sz="quarter" idx="29"/>
          </p:nvPr>
        </p:nvSpPr>
        <p:spPr/>
        <p:txBody>
          <a:bodyPr/>
          <a:lstStyle/>
          <a:p>
            <a:endParaRPr lang="en-GB" noProof="0" dirty="0"/>
          </a:p>
        </p:txBody>
      </p:sp>
      <p:sp>
        <p:nvSpPr>
          <p:cNvPr id="18" name="Tijdelijke aanduiding voor verticale tekst 17">
            <a:extLst>
              <a:ext uri="{FF2B5EF4-FFF2-40B4-BE49-F238E27FC236}">
                <a16:creationId xmlns:a16="http://schemas.microsoft.com/office/drawing/2014/main" id="{7C678431-7F3D-E9E4-C742-6D7310EBE1E7}"/>
              </a:ext>
            </a:extLst>
          </p:cNvPr>
          <p:cNvSpPr>
            <a:spLocks noGrp="1"/>
          </p:cNvSpPr>
          <p:nvPr>
            <p:ph type="body" orient="vert" idx="3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9" name="Tijdelijke aanduiding voor verticale tekst 18">
            <a:extLst>
              <a:ext uri="{FF2B5EF4-FFF2-40B4-BE49-F238E27FC236}">
                <a16:creationId xmlns:a16="http://schemas.microsoft.com/office/drawing/2014/main" id="{6E527DCB-B9EF-996E-0862-0B2B55C60E1D}"/>
              </a:ext>
            </a:extLst>
          </p:cNvPr>
          <p:cNvSpPr>
            <a:spLocks noGrp="1"/>
          </p:cNvSpPr>
          <p:nvPr>
            <p:ph type="body" orient="vert" idx="32"/>
          </p:nvPr>
        </p:nvSpPr>
        <p:spPr/>
        <p:txBody>
          <a:bodyPr/>
          <a:lstStyle/>
          <a:p>
            <a:pPr lvl="4"/>
            <a:r>
              <a:rPr lang="en-GB" noProof="0" dirty="0"/>
              <a:t>F1</a:t>
            </a:r>
          </a:p>
        </p:txBody>
      </p:sp>
      <p:sp>
        <p:nvSpPr>
          <p:cNvPr id="20" name="Tijdelijke aanduiding voor tekst 19">
            <a:extLst>
              <a:ext uri="{FF2B5EF4-FFF2-40B4-BE49-F238E27FC236}">
                <a16:creationId xmlns:a16="http://schemas.microsoft.com/office/drawing/2014/main" id="{EA731F9C-DF81-A537-52C0-F41A43087C3C}"/>
              </a:ext>
            </a:extLst>
          </p:cNvPr>
          <p:cNvSpPr>
            <a:spLocks noGrp="1"/>
          </p:cNvSpPr>
          <p:nvPr>
            <p:ph type="body" sz="quarter" idx="33"/>
          </p:nvPr>
        </p:nvSpPr>
        <p:spPr/>
        <p:txBody>
          <a:bodyPr/>
          <a:lstStyle/>
          <a:p>
            <a:endParaRPr lang="en-GB" noProof="0" dirty="0"/>
          </a:p>
        </p:txBody>
      </p:sp>
      <p:sp>
        <p:nvSpPr>
          <p:cNvPr id="22" name="Tijdelijke aanduiding voor verticale tekst 21">
            <a:extLst>
              <a:ext uri="{FF2B5EF4-FFF2-40B4-BE49-F238E27FC236}">
                <a16:creationId xmlns:a16="http://schemas.microsoft.com/office/drawing/2014/main" id="{29FA2D0F-5BF0-A929-4F46-53FB06092F4F}"/>
              </a:ext>
            </a:extLst>
          </p:cNvPr>
          <p:cNvSpPr>
            <a:spLocks noGrp="1"/>
          </p:cNvSpPr>
          <p:nvPr>
            <p:ph type="body" orient="vert" idx="35"/>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23" name="Tijdelijke aanduiding voor verticale tekst 22">
            <a:extLst>
              <a:ext uri="{FF2B5EF4-FFF2-40B4-BE49-F238E27FC236}">
                <a16:creationId xmlns:a16="http://schemas.microsoft.com/office/drawing/2014/main" id="{D2A1E79B-8383-97F9-9F2E-135B10D78A13}"/>
              </a:ext>
            </a:extLst>
          </p:cNvPr>
          <p:cNvSpPr>
            <a:spLocks noGrp="1"/>
          </p:cNvSpPr>
          <p:nvPr>
            <p:ph type="body" orient="vert" idx="36"/>
          </p:nvPr>
        </p:nvSpPr>
        <p:spPr/>
        <p:txBody>
          <a:bodyPr/>
          <a:lstStyle/>
          <a:p>
            <a:pPr lvl="4"/>
            <a:r>
              <a:rPr lang="en-GB" dirty="0"/>
              <a:t>Precision</a:t>
            </a:r>
            <a:endParaRPr lang="en-GB" noProof="0" dirty="0"/>
          </a:p>
        </p:txBody>
      </p:sp>
      <p:pic>
        <p:nvPicPr>
          <p:cNvPr id="27" name="Picture Placeholder 26" descr="A diagram of positive and negative&#10;&#10;AI-generated content may be incorrect.">
            <a:extLst>
              <a:ext uri="{FF2B5EF4-FFF2-40B4-BE49-F238E27FC236}">
                <a16:creationId xmlns:a16="http://schemas.microsoft.com/office/drawing/2014/main" id="{8EC159E2-7DD8-8576-E437-EB22E06742EC}"/>
              </a:ext>
            </a:extLst>
          </p:cNvPr>
          <p:cNvPicPr>
            <a:picLocks noGrp="1" noChangeAspect="1"/>
          </p:cNvPicPr>
          <p:nvPr>
            <p:ph type="pic" sz="quarter" idx="34"/>
          </p:nvPr>
        </p:nvPicPr>
        <p:blipFill>
          <a:blip r:embed="rId3">
            <a:extLst>
              <a:ext uri="{28A0092B-C50C-407E-A947-70E740481C1C}">
                <a14:useLocalDpi xmlns:a14="http://schemas.microsoft.com/office/drawing/2010/main" val="0"/>
              </a:ext>
            </a:extLst>
          </a:blip>
          <a:srcRect t="1756" b="1756"/>
          <a:stretch>
            <a:fillRect/>
          </a:stretch>
        </p:blipFill>
        <p:spPr/>
      </p:pic>
      <p:pic>
        <p:nvPicPr>
          <p:cNvPr id="1026" name="Picture 2" descr="How to explain the ROC AUC score and ROC curve?">
            <a:extLst>
              <a:ext uri="{FF2B5EF4-FFF2-40B4-BE49-F238E27FC236}">
                <a16:creationId xmlns:a16="http://schemas.microsoft.com/office/drawing/2014/main" id="{0E9CA6DC-8874-102D-7CD3-BCD71581D27B}"/>
              </a:ext>
            </a:extLst>
          </p:cNvPr>
          <p:cNvPicPr>
            <a:picLocks noGrp="1" noChangeAspect="1" noChangeArrowheads="1"/>
          </p:cNvPicPr>
          <p:nvPr>
            <p:ph type="pic" sz="quarter" idx="17"/>
          </p:nvPr>
        </p:nvPicPr>
        <p:blipFill>
          <a:blip r:embed="rId4">
            <a:extLst>
              <a:ext uri="{28A0092B-C50C-407E-A947-70E740481C1C}">
                <a14:useLocalDpi xmlns:a14="http://schemas.microsoft.com/office/drawing/2010/main" val="0"/>
              </a:ext>
            </a:extLst>
          </a:blip>
          <a:srcRect l="14031" r="14031"/>
          <a:stretch>
            <a:fillRect/>
          </a:stretch>
        </p:blipFill>
        <p:spPr bwMode="auto">
          <a:xfrm>
            <a:off x="515938" y="1715115"/>
            <a:ext cx="2557936" cy="200183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Placeholder 23" descr="A diagram of positive class&#10;&#10;AI-generated content may be incorrect.">
            <a:extLst>
              <a:ext uri="{FF2B5EF4-FFF2-40B4-BE49-F238E27FC236}">
                <a16:creationId xmlns:a16="http://schemas.microsoft.com/office/drawing/2014/main" id="{64431FC3-E0E8-7D5E-FAB2-DB3EBD4EAC85}"/>
              </a:ext>
            </a:extLst>
          </p:cNvPr>
          <p:cNvPicPr>
            <a:picLocks noGrp="1" noChangeAspect="1"/>
          </p:cNvPicPr>
          <p:nvPr>
            <p:ph type="pic" sz="quarter" idx="26"/>
          </p:nvPr>
        </p:nvPicPr>
        <p:blipFill>
          <a:blip r:embed="rId5">
            <a:extLst>
              <a:ext uri="{28A0092B-C50C-407E-A947-70E740481C1C}">
                <a14:useLocalDpi xmlns:a14="http://schemas.microsoft.com/office/drawing/2010/main" val="0"/>
              </a:ext>
            </a:extLst>
          </a:blip>
          <a:srcRect t="4193" b="4193"/>
          <a:stretch>
            <a:fillRect/>
          </a:stretch>
        </p:blipFill>
        <p:spPr/>
      </p:pic>
      <p:pic>
        <p:nvPicPr>
          <p:cNvPr id="1030" name="Picture 6" descr="How to Use F1 Score in Machine Learning">
            <a:extLst>
              <a:ext uri="{FF2B5EF4-FFF2-40B4-BE49-F238E27FC236}">
                <a16:creationId xmlns:a16="http://schemas.microsoft.com/office/drawing/2014/main" id="{FCED5A9A-1119-1A70-F342-96DAEE93CE97}"/>
              </a:ext>
            </a:extLst>
          </p:cNvPr>
          <p:cNvPicPr>
            <a:picLocks noGrp="1" noChangeAspect="1" noChangeArrowheads="1"/>
          </p:cNvPicPr>
          <p:nvPr>
            <p:ph type="pic" sz="quarter" idx="30"/>
          </p:nvPr>
        </p:nvPicPr>
        <p:blipFill>
          <a:blip r:embed="rId6">
            <a:extLst>
              <a:ext uri="{28A0092B-C50C-407E-A947-70E740481C1C}">
                <a14:useLocalDpi xmlns:a14="http://schemas.microsoft.com/office/drawing/2010/main" val="0"/>
              </a:ext>
            </a:extLst>
          </a:blip>
          <a:srcRect l="15940" r="1594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010715"/>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3B539-7AAF-4A4E-94B4-6FFFD74CEDD7}"/>
              </a:ext>
            </a:extLst>
          </p:cNvPr>
          <p:cNvSpPr>
            <a:spLocks noGrp="1"/>
          </p:cNvSpPr>
          <p:nvPr>
            <p:ph type="title"/>
          </p:nvPr>
        </p:nvSpPr>
        <p:spPr/>
        <p:txBody>
          <a:bodyPr/>
          <a:lstStyle/>
          <a:p>
            <a:r>
              <a:rPr lang="en-GB" noProof="0" dirty="0"/>
              <a:t>Initial testing</a:t>
            </a:r>
          </a:p>
        </p:txBody>
      </p:sp>
      <p:sp>
        <p:nvSpPr>
          <p:cNvPr id="3" name="Tijdelijke aanduiding voor verticale tekst 2">
            <a:extLst>
              <a:ext uri="{FF2B5EF4-FFF2-40B4-BE49-F238E27FC236}">
                <a16:creationId xmlns:a16="http://schemas.microsoft.com/office/drawing/2014/main" id="{CFC07C2E-20FB-47A6-B2A9-C8F7C4A903D9}"/>
              </a:ext>
            </a:extLst>
          </p:cNvPr>
          <p:cNvSpPr>
            <a:spLocks noGrp="1"/>
          </p:cNvSpPr>
          <p:nvPr>
            <p:ph type="body" orient="vert" idx="1"/>
          </p:nvPr>
        </p:nvSpPr>
        <p:spPr>
          <a:xfrm>
            <a:off x="206465" y="1987550"/>
            <a:ext cx="4470400" cy="2084388"/>
          </a:xfrm>
        </p:spPr>
        <p:txBody>
          <a:bodyPr/>
          <a:lstStyle/>
          <a:p>
            <a:pPr lvl="3"/>
            <a:r>
              <a:rPr lang="en-GB" sz="2000" noProof="0" dirty="0" err="1"/>
              <a:t>Xgboost</a:t>
            </a:r>
            <a:r>
              <a:rPr lang="en-GB" sz="2000" noProof="0" dirty="0"/>
              <a:t> highest </a:t>
            </a:r>
            <a:r>
              <a:rPr lang="en-GB" sz="2000" noProof="0" dirty="0" err="1"/>
              <a:t>auc</a:t>
            </a:r>
            <a:r>
              <a:rPr lang="en-GB" sz="2000" noProof="0" dirty="0"/>
              <a:t>, but low recall</a:t>
            </a:r>
          </a:p>
          <a:p>
            <a:pPr lvl="3"/>
            <a:r>
              <a:rPr lang="en-GB" sz="2000" dirty="0"/>
              <a:t>LR better mix of both same as KNN with smote.</a:t>
            </a:r>
          </a:p>
          <a:p>
            <a:pPr lvl="3"/>
            <a:r>
              <a:rPr lang="en-GB" sz="2000" dirty="0"/>
              <a:t>Classical models perform bad. </a:t>
            </a:r>
          </a:p>
          <a:p>
            <a:pPr lvl="3"/>
            <a:endParaRPr lang="en-GB" sz="2000" dirty="0"/>
          </a:p>
        </p:txBody>
      </p:sp>
      <p:sp>
        <p:nvSpPr>
          <p:cNvPr id="5" name="Tijdelijke aanduiding voor tekst 4">
            <a:extLst>
              <a:ext uri="{FF2B5EF4-FFF2-40B4-BE49-F238E27FC236}">
                <a16:creationId xmlns:a16="http://schemas.microsoft.com/office/drawing/2014/main" id="{CDA02CC2-53A5-4005-B967-DBA58D2974DC}"/>
              </a:ext>
            </a:extLst>
          </p:cNvPr>
          <p:cNvSpPr>
            <a:spLocks noGrp="1"/>
          </p:cNvSpPr>
          <p:nvPr>
            <p:ph type="body" sz="quarter" idx="14"/>
          </p:nvPr>
        </p:nvSpPr>
        <p:spPr/>
        <p:txBody>
          <a:bodyPr/>
          <a:lstStyle/>
          <a:p>
            <a:r>
              <a:rPr lang="en-GB" noProof="0" dirty="0"/>
              <a:t> </a:t>
            </a:r>
          </a:p>
        </p:txBody>
      </p:sp>
      <p:sp>
        <p:nvSpPr>
          <p:cNvPr id="6" name="Tijdelijke aanduiding voor tekst 5">
            <a:extLst>
              <a:ext uri="{FF2B5EF4-FFF2-40B4-BE49-F238E27FC236}">
                <a16:creationId xmlns:a16="http://schemas.microsoft.com/office/drawing/2014/main" id="{EF72DEB4-B376-4850-B8D9-567B13122443}"/>
              </a:ext>
            </a:extLst>
          </p:cNvPr>
          <p:cNvSpPr>
            <a:spLocks noGrp="1"/>
          </p:cNvSpPr>
          <p:nvPr>
            <p:ph type="body" sz="quarter" idx="15"/>
          </p:nvPr>
        </p:nvSpPr>
        <p:spPr/>
        <p:txBody>
          <a:bodyPr/>
          <a:lstStyle/>
          <a:p>
            <a:r>
              <a:rPr lang="en-GB" noProof="0" dirty="0"/>
              <a:t> </a:t>
            </a:r>
          </a:p>
        </p:txBody>
      </p:sp>
      <p:sp>
        <p:nvSpPr>
          <p:cNvPr id="7" name="Chart Placeholder 6">
            <a:extLst>
              <a:ext uri="{FF2B5EF4-FFF2-40B4-BE49-F238E27FC236}">
                <a16:creationId xmlns:a16="http://schemas.microsoft.com/office/drawing/2014/main" id="{30AACB34-D52E-B882-90A0-D87F34912C62}"/>
              </a:ext>
            </a:extLst>
          </p:cNvPr>
          <p:cNvSpPr>
            <a:spLocks noGrp="1"/>
          </p:cNvSpPr>
          <p:nvPr>
            <p:ph type="chart" sz="quarter" idx="13"/>
          </p:nvPr>
        </p:nvSpPr>
        <p:spPr/>
        <p:txBody>
          <a:bodyPr/>
          <a:lstStyle/>
          <a:p>
            <a:endParaRPr lang="en-GB" noProof="0" dirty="0"/>
          </a:p>
        </p:txBody>
      </p:sp>
      <p:pic>
        <p:nvPicPr>
          <p:cNvPr id="10" name="Picture 9" descr="A table of numbers and letters&#10;&#10;AI-generated content may be incorrect.">
            <a:extLst>
              <a:ext uri="{FF2B5EF4-FFF2-40B4-BE49-F238E27FC236}">
                <a16:creationId xmlns:a16="http://schemas.microsoft.com/office/drawing/2014/main" id="{F3C08D42-55BF-93B6-35A4-6CC38F343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0845" y="1592262"/>
            <a:ext cx="6701155" cy="4841874"/>
          </a:xfrm>
          <a:prstGeom prst="rect">
            <a:avLst/>
          </a:prstGeom>
        </p:spPr>
      </p:pic>
    </p:spTree>
    <p:extLst>
      <p:ext uri="{BB962C8B-B14F-4D97-AF65-F5344CB8AC3E}">
        <p14:creationId xmlns:p14="http://schemas.microsoft.com/office/powerpoint/2010/main" val="57167435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6836-8959-8D11-6443-ABEA67E4BE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C3F8B0-EF31-B255-6FCF-A68E41F2A6D7}"/>
              </a:ext>
            </a:extLst>
          </p:cNvPr>
          <p:cNvSpPr>
            <a:spLocks noGrp="1"/>
          </p:cNvSpPr>
          <p:nvPr>
            <p:ph type="title"/>
          </p:nvPr>
        </p:nvSpPr>
        <p:spPr/>
        <p:txBody>
          <a:bodyPr/>
          <a:lstStyle/>
          <a:p>
            <a:r>
              <a:rPr lang="en-GB" noProof="0" dirty="0"/>
              <a:t>Model comparison</a:t>
            </a:r>
          </a:p>
        </p:txBody>
      </p:sp>
      <p:sp>
        <p:nvSpPr>
          <p:cNvPr id="3" name="Tijdelijke aanduiding voor tekst 2">
            <a:extLst>
              <a:ext uri="{FF2B5EF4-FFF2-40B4-BE49-F238E27FC236}">
                <a16:creationId xmlns:a16="http://schemas.microsoft.com/office/drawing/2014/main" id="{36C0CAFF-E9B2-EDA0-14C2-29F0F872F8AC}"/>
              </a:ext>
            </a:extLst>
          </p:cNvPr>
          <p:cNvSpPr>
            <a:spLocks noGrp="1"/>
          </p:cNvSpPr>
          <p:nvPr>
            <p:ph type="body" sz="quarter" idx="14"/>
          </p:nvPr>
        </p:nvSpPr>
        <p:spPr/>
        <p:txBody>
          <a:bodyPr/>
          <a:lstStyle/>
          <a:p>
            <a:r>
              <a:rPr lang="en-GB" noProof="0" dirty="0"/>
              <a:t> </a:t>
            </a:r>
          </a:p>
        </p:txBody>
      </p:sp>
      <p:sp>
        <p:nvSpPr>
          <p:cNvPr id="4" name="Tijdelijke aanduiding voor tekst 3">
            <a:extLst>
              <a:ext uri="{FF2B5EF4-FFF2-40B4-BE49-F238E27FC236}">
                <a16:creationId xmlns:a16="http://schemas.microsoft.com/office/drawing/2014/main" id="{E670AA9B-69F8-E7E8-8880-E6F13BE069F8}"/>
              </a:ext>
            </a:extLst>
          </p:cNvPr>
          <p:cNvSpPr>
            <a:spLocks noGrp="1"/>
          </p:cNvSpPr>
          <p:nvPr>
            <p:ph type="body" sz="quarter" idx="15"/>
          </p:nvPr>
        </p:nvSpPr>
        <p:spPr/>
        <p:txBody>
          <a:bodyPr/>
          <a:lstStyle/>
          <a:p>
            <a:r>
              <a:rPr lang="en-GB" noProof="0" dirty="0"/>
              <a:t> </a:t>
            </a:r>
          </a:p>
        </p:txBody>
      </p:sp>
      <p:sp>
        <p:nvSpPr>
          <p:cNvPr id="5" name="TextBox 4">
            <a:extLst>
              <a:ext uri="{FF2B5EF4-FFF2-40B4-BE49-F238E27FC236}">
                <a16:creationId xmlns:a16="http://schemas.microsoft.com/office/drawing/2014/main" id="{96E01302-60B3-CDE2-FDD6-9C680269F564}"/>
              </a:ext>
            </a:extLst>
          </p:cNvPr>
          <p:cNvSpPr txBox="1"/>
          <p:nvPr/>
        </p:nvSpPr>
        <p:spPr>
          <a:xfrm>
            <a:off x="3186113" y="214312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7" name="TextBox 6">
            <a:extLst>
              <a:ext uri="{FF2B5EF4-FFF2-40B4-BE49-F238E27FC236}">
                <a16:creationId xmlns:a16="http://schemas.microsoft.com/office/drawing/2014/main" id="{A2131092-89DE-CF3E-1A62-39F5371ECE9E}"/>
              </a:ext>
            </a:extLst>
          </p:cNvPr>
          <p:cNvSpPr txBox="1"/>
          <p:nvPr/>
        </p:nvSpPr>
        <p:spPr>
          <a:xfrm>
            <a:off x="3543300" y="198596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8" name="TextBox 7">
            <a:extLst>
              <a:ext uri="{FF2B5EF4-FFF2-40B4-BE49-F238E27FC236}">
                <a16:creationId xmlns:a16="http://schemas.microsoft.com/office/drawing/2014/main" id="{D126A074-115C-5B8E-6A42-23DDB687DBB5}"/>
              </a:ext>
            </a:extLst>
          </p:cNvPr>
          <p:cNvSpPr txBox="1"/>
          <p:nvPr/>
        </p:nvSpPr>
        <p:spPr>
          <a:xfrm>
            <a:off x="2085975" y="19716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2000" noProof="0" dirty="0"/>
          </a:p>
        </p:txBody>
      </p:sp>
      <p:sp>
        <p:nvSpPr>
          <p:cNvPr id="10" name="TextBox 9">
            <a:extLst>
              <a:ext uri="{FF2B5EF4-FFF2-40B4-BE49-F238E27FC236}">
                <a16:creationId xmlns:a16="http://schemas.microsoft.com/office/drawing/2014/main" id="{111B7756-1542-F3CA-CDBE-544AA51AB717}"/>
              </a:ext>
            </a:extLst>
          </p:cNvPr>
          <p:cNvSpPr txBox="1"/>
          <p:nvPr/>
        </p:nvSpPr>
        <p:spPr>
          <a:xfrm>
            <a:off x="3186113" y="19716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pic>
        <p:nvPicPr>
          <p:cNvPr id="18" name="Picture 17">
            <a:extLst>
              <a:ext uri="{FF2B5EF4-FFF2-40B4-BE49-F238E27FC236}">
                <a16:creationId xmlns:a16="http://schemas.microsoft.com/office/drawing/2014/main" id="{EBFD19D0-E8D5-8D3B-2E1A-7D3D24773442}"/>
              </a:ext>
            </a:extLst>
          </p:cNvPr>
          <p:cNvPicPr>
            <a:picLocks noChangeAspect="1"/>
          </p:cNvPicPr>
          <p:nvPr/>
        </p:nvPicPr>
        <p:blipFill>
          <a:blip r:embed="rId3"/>
          <a:stretch>
            <a:fillRect/>
          </a:stretch>
        </p:blipFill>
        <p:spPr>
          <a:xfrm>
            <a:off x="6057898" y="1868487"/>
            <a:ext cx="6134101" cy="3746500"/>
          </a:xfrm>
          <a:prstGeom prst="rect">
            <a:avLst/>
          </a:prstGeom>
        </p:spPr>
      </p:pic>
      <p:pic>
        <p:nvPicPr>
          <p:cNvPr id="19" name="Picture 18">
            <a:extLst>
              <a:ext uri="{FF2B5EF4-FFF2-40B4-BE49-F238E27FC236}">
                <a16:creationId xmlns:a16="http://schemas.microsoft.com/office/drawing/2014/main" id="{2C8955C0-B5EE-C900-0662-C7E3F8D8F40A}"/>
              </a:ext>
            </a:extLst>
          </p:cNvPr>
          <p:cNvPicPr>
            <a:picLocks noChangeAspect="1"/>
          </p:cNvPicPr>
          <p:nvPr/>
        </p:nvPicPr>
        <p:blipFill>
          <a:blip r:embed="rId4"/>
          <a:stretch>
            <a:fillRect/>
          </a:stretch>
        </p:blipFill>
        <p:spPr>
          <a:xfrm>
            <a:off x="0" y="1868487"/>
            <a:ext cx="6273800" cy="3746500"/>
          </a:xfrm>
          <a:prstGeom prst="rect">
            <a:avLst/>
          </a:prstGeom>
        </p:spPr>
      </p:pic>
    </p:spTree>
    <p:extLst>
      <p:ext uri="{BB962C8B-B14F-4D97-AF65-F5344CB8AC3E}">
        <p14:creationId xmlns:p14="http://schemas.microsoft.com/office/powerpoint/2010/main" val="3457909651"/>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9EFA-3589-ECE1-74BA-08F0A6356E8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9C8B25D-DE7C-1CF9-0C2E-98F67CFDDB4A}"/>
              </a:ext>
            </a:extLst>
          </p:cNvPr>
          <p:cNvSpPr>
            <a:spLocks noGrp="1"/>
          </p:cNvSpPr>
          <p:nvPr>
            <p:ph type="title"/>
          </p:nvPr>
        </p:nvSpPr>
        <p:spPr/>
        <p:txBody>
          <a:bodyPr/>
          <a:lstStyle/>
          <a:p>
            <a:r>
              <a:rPr lang="en-GB" noProof="0" dirty="0"/>
              <a:t>Implementing improvements</a:t>
            </a:r>
          </a:p>
        </p:txBody>
      </p:sp>
      <p:sp>
        <p:nvSpPr>
          <p:cNvPr id="3" name="Tijdelijke aanduiding voor verticale tekst 2">
            <a:extLst>
              <a:ext uri="{FF2B5EF4-FFF2-40B4-BE49-F238E27FC236}">
                <a16:creationId xmlns:a16="http://schemas.microsoft.com/office/drawing/2014/main" id="{EFC130D0-A4A3-279E-A8AB-1C25809ABFAD}"/>
              </a:ext>
            </a:extLst>
          </p:cNvPr>
          <p:cNvSpPr>
            <a:spLocks noGrp="1"/>
          </p:cNvSpPr>
          <p:nvPr>
            <p:ph type="body" orient="vert" idx="1"/>
          </p:nvPr>
        </p:nvSpPr>
        <p:spPr>
          <a:xfrm>
            <a:off x="206465" y="1987550"/>
            <a:ext cx="4470400" cy="2084388"/>
          </a:xfrm>
        </p:spPr>
        <p:txBody>
          <a:bodyPr/>
          <a:lstStyle/>
          <a:p>
            <a:pPr marL="342900" lvl="3" indent="-342900">
              <a:buFont typeface="Arial" panose="020B0604020202020204" pitchFamily="34" charset="0"/>
              <a:buChar char="•"/>
            </a:pPr>
            <a:r>
              <a:rPr lang="en-GB" sz="2000" noProof="0" dirty="0"/>
              <a:t>Added proxies for firm size</a:t>
            </a:r>
          </a:p>
          <a:p>
            <a:pPr marL="342900" lvl="3" indent="-342900">
              <a:buFont typeface="Arial" panose="020B0604020202020204" pitchFamily="34" charset="0"/>
              <a:buChar char="•"/>
            </a:pPr>
            <a:r>
              <a:rPr lang="en-GB" sz="2000" noProof="0" dirty="0"/>
              <a:t>Addressed multicollinearity</a:t>
            </a:r>
          </a:p>
          <a:p>
            <a:pPr marL="342900" lvl="3" indent="-342900">
              <a:buFont typeface="Arial" panose="020B0604020202020204" pitchFamily="34" charset="0"/>
              <a:buChar char="•"/>
            </a:pPr>
            <a:r>
              <a:rPr lang="en-GB" sz="2000" noProof="0" dirty="0"/>
              <a:t>Best model: X </a:t>
            </a:r>
          </a:p>
          <a:p>
            <a:pPr marL="342900" lvl="3" indent="-342900">
              <a:buFont typeface="Arial" panose="020B0604020202020204" pitchFamily="34" charset="0"/>
              <a:buChar char="•"/>
            </a:pPr>
            <a:r>
              <a:rPr lang="en-GB" sz="2000" dirty="0"/>
              <a:t>Add: table, maybe a plot?</a:t>
            </a:r>
            <a:endParaRPr lang="en-GB" sz="2000" noProof="0" dirty="0"/>
          </a:p>
        </p:txBody>
      </p:sp>
      <p:sp>
        <p:nvSpPr>
          <p:cNvPr id="5" name="Tijdelijke aanduiding voor tekst 4">
            <a:extLst>
              <a:ext uri="{FF2B5EF4-FFF2-40B4-BE49-F238E27FC236}">
                <a16:creationId xmlns:a16="http://schemas.microsoft.com/office/drawing/2014/main" id="{05B5ABE5-B06D-AC9C-0949-66C1FA9CA00C}"/>
              </a:ext>
            </a:extLst>
          </p:cNvPr>
          <p:cNvSpPr>
            <a:spLocks noGrp="1"/>
          </p:cNvSpPr>
          <p:nvPr>
            <p:ph type="body" sz="quarter" idx="14"/>
          </p:nvPr>
        </p:nvSpPr>
        <p:spPr/>
        <p:txBody>
          <a:bodyPr/>
          <a:lstStyle/>
          <a:p>
            <a:r>
              <a:rPr lang="en-GB" noProof="0" dirty="0"/>
              <a:t> </a:t>
            </a:r>
          </a:p>
        </p:txBody>
      </p:sp>
      <p:sp>
        <p:nvSpPr>
          <p:cNvPr id="6" name="Tijdelijke aanduiding voor tekst 5">
            <a:extLst>
              <a:ext uri="{FF2B5EF4-FFF2-40B4-BE49-F238E27FC236}">
                <a16:creationId xmlns:a16="http://schemas.microsoft.com/office/drawing/2014/main" id="{33846BC2-16EF-AF8B-1CBC-59B4C54FF88A}"/>
              </a:ext>
            </a:extLst>
          </p:cNvPr>
          <p:cNvSpPr>
            <a:spLocks noGrp="1"/>
          </p:cNvSpPr>
          <p:nvPr>
            <p:ph type="body" sz="quarter" idx="15"/>
          </p:nvPr>
        </p:nvSpPr>
        <p:spPr/>
        <p:txBody>
          <a:bodyPr/>
          <a:lstStyle/>
          <a:p>
            <a:r>
              <a:rPr lang="en-GB" noProof="0" dirty="0"/>
              <a:t> </a:t>
            </a:r>
          </a:p>
        </p:txBody>
      </p:sp>
      <p:sp>
        <p:nvSpPr>
          <p:cNvPr id="7" name="Chart Placeholder 6">
            <a:extLst>
              <a:ext uri="{FF2B5EF4-FFF2-40B4-BE49-F238E27FC236}">
                <a16:creationId xmlns:a16="http://schemas.microsoft.com/office/drawing/2014/main" id="{06A1C4EA-9E19-EC41-8DE9-E644A4651F64}"/>
              </a:ext>
            </a:extLst>
          </p:cNvPr>
          <p:cNvSpPr>
            <a:spLocks noGrp="1"/>
          </p:cNvSpPr>
          <p:nvPr>
            <p:ph type="chart" sz="quarter" idx="13"/>
          </p:nvPr>
        </p:nvSpPr>
        <p:spPr/>
        <p:txBody>
          <a:bodyPr/>
          <a:lstStyle/>
          <a:p>
            <a:endParaRPr lang="en-GB" noProof="0" dirty="0"/>
          </a:p>
        </p:txBody>
      </p:sp>
      <p:sp>
        <p:nvSpPr>
          <p:cNvPr id="4" name="TextBox 3">
            <a:extLst>
              <a:ext uri="{FF2B5EF4-FFF2-40B4-BE49-F238E27FC236}">
                <a16:creationId xmlns:a16="http://schemas.microsoft.com/office/drawing/2014/main" id="{B7321808-D6B0-CE9E-BA70-6BA54B924644}"/>
              </a:ext>
            </a:extLst>
          </p:cNvPr>
          <p:cNvSpPr txBox="1"/>
          <p:nvPr/>
        </p:nvSpPr>
        <p:spPr>
          <a:xfrm>
            <a:off x="3057525" y="38004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nl-NL" sz="1600" dirty="0" err="1"/>
          </a:p>
        </p:txBody>
      </p:sp>
    </p:spTree>
    <p:extLst>
      <p:ext uri="{BB962C8B-B14F-4D97-AF65-F5344CB8AC3E}">
        <p14:creationId xmlns:p14="http://schemas.microsoft.com/office/powerpoint/2010/main" val="2633278223"/>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D7E32-6252-7894-7228-E5FA4C7D1B8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7DF779-EF6B-C591-09E3-F59E94D35E3E}"/>
              </a:ext>
            </a:extLst>
          </p:cNvPr>
          <p:cNvSpPr>
            <a:spLocks noGrp="1"/>
          </p:cNvSpPr>
          <p:nvPr>
            <p:ph type="title"/>
          </p:nvPr>
        </p:nvSpPr>
        <p:spPr/>
        <p:txBody>
          <a:bodyPr/>
          <a:lstStyle/>
          <a:p>
            <a:r>
              <a:rPr lang="en-GB" noProof="0" dirty="0"/>
              <a:t>Model comparison</a:t>
            </a:r>
          </a:p>
        </p:txBody>
      </p:sp>
      <p:sp>
        <p:nvSpPr>
          <p:cNvPr id="3" name="Tijdelijke aanduiding voor tekst 2">
            <a:extLst>
              <a:ext uri="{FF2B5EF4-FFF2-40B4-BE49-F238E27FC236}">
                <a16:creationId xmlns:a16="http://schemas.microsoft.com/office/drawing/2014/main" id="{BE1829EE-B82B-5420-C948-7D551341855F}"/>
              </a:ext>
            </a:extLst>
          </p:cNvPr>
          <p:cNvSpPr>
            <a:spLocks noGrp="1"/>
          </p:cNvSpPr>
          <p:nvPr>
            <p:ph type="body" sz="quarter" idx="14"/>
          </p:nvPr>
        </p:nvSpPr>
        <p:spPr/>
        <p:txBody>
          <a:bodyPr/>
          <a:lstStyle/>
          <a:p>
            <a:r>
              <a:rPr lang="en-GB" noProof="0" dirty="0"/>
              <a:t> </a:t>
            </a:r>
          </a:p>
        </p:txBody>
      </p:sp>
      <p:sp>
        <p:nvSpPr>
          <p:cNvPr id="4" name="Tijdelijke aanduiding voor tekst 3">
            <a:extLst>
              <a:ext uri="{FF2B5EF4-FFF2-40B4-BE49-F238E27FC236}">
                <a16:creationId xmlns:a16="http://schemas.microsoft.com/office/drawing/2014/main" id="{88720FCF-6CED-8AD1-51DB-66617B431AAA}"/>
              </a:ext>
            </a:extLst>
          </p:cNvPr>
          <p:cNvSpPr>
            <a:spLocks noGrp="1"/>
          </p:cNvSpPr>
          <p:nvPr>
            <p:ph type="body" sz="quarter" idx="15"/>
          </p:nvPr>
        </p:nvSpPr>
        <p:spPr/>
        <p:txBody>
          <a:bodyPr/>
          <a:lstStyle/>
          <a:p>
            <a:r>
              <a:rPr lang="en-GB" noProof="0" dirty="0"/>
              <a:t> </a:t>
            </a:r>
          </a:p>
        </p:txBody>
      </p:sp>
      <p:sp>
        <p:nvSpPr>
          <p:cNvPr id="5" name="TextBox 4">
            <a:extLst>
              <a:ext uri="{FF2B5EF4-FFF2-40B4-BE49-F238E27FC236}">
                <a16:creationId xmlns:a16="http://schemas.microsoft.com/office/drawing/2014/main" id="{D28A827A-4662-645C-525A-B9AEE0E5053C}"/>
              </a:ext>
            </a:extLst>
          </p:cNvPr>
          <p:cNvSpPr txBox="1"/>
          <p:nvPr/>
        </p:nvSpPr>
        <p:spPr>
          <a:xfrm>
            <a:off x="3186113" y="214312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7" name="TextBox 6">
            <a:extLst>
              <a:ext uri="{FF2B5EF4-FFF2-40B4-BE49-F238E27FC236}">
                <a16:creationId xmlns:a16="http://schemas.microsoft.com/office/drawing/2014/main" id="{69069298-A7C0-7F80-6A7E-E13DF03A820C}"/>
              </a:ext>
            </a:extLst>
          </p:cNvPr>
          <p:cNvSpPr txBox="1"/>
          <p:nvPr/>
        </p:nvSpPr>
        <p:spPr>
          <a:xfrm>
            <a:off x="3543300" y="198596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8" name="TextBox 7">
            <a:extLst>
              <a:ext uri="{FF2B5EF4-FFF2-40B4-BE49-F238E27FC236}">
                <a16:creationId xmlns:a16="http://schemas.microsoft.com/office/drawing/2014/main" id="{CC315DB4-1ED2-4224-67A6-02DAA080212E}"/>
              </a:ext>
            </a:extLst>
          </p:cNvPr>
          <p:cNvSpPr txBox="1"/>
          <p:nvPr/>
        </p:nvSpPr>
        <p:spPr>
          <a:xfrm>
            <a:off x="2085975" y="19716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2000" noProof="0" dirty="0"/>
          </a:p>
        </p:txBody>
      </p:sp>
      <p:sp>
        <p:nvSpPr>
          <p:cNvPr id="10" name="TextBox 9">
            <a:extLst>
              <a:ext uri="{FF2B5EF4-FFF2-40B4-BE49-F238E27FC236}">
                <a16:creationId xmlns:a16="http://schemas.microsoft.com/office/drawing/2014/main" id="{74AD2CD6-6DD1-F60A-2C1A-8C70CC3506DA}"/>
              </a:ext>
            </a:extLst>
          </p:cNvPr>
          <p:cNvSpPr txBox="1"/>
          <p:nvPr/>
        </p:nvSpPr>
        <p:spPr>
          <a:xfrm>
            <a:off x="3186113" y="19716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pic>
        <p:nvPicPr>
          <p:cNvPr id="18" name="Picture 17">
            <a:extLst>
              <a:ext uri="{FF2B5EF4-FFF2-40B4-BE49-F238E27FC236}">
                <a16:creationId xmlns:a16="http://schemas.microsoft.com/office/drawing/2014/main" id="{088FC327-ADA9-BCE1-1498-FA81E1FF9306}"/>
              </a:ext>
            </a:extLst>
          </p:cNvPr>
          <p:cNvPicPr>
            <a:picLocks noChangeAspect="1"/>
          </p:cNvPicPr>
          <p:nvPr/>
        </p:nvPicPr>
        <p:blipFill>
          <a:blip r:embed="rId3"/>
          <a:stretch>
            <a:fillRect/>
          </a:stretch>
        </p:blipFill>
        <p:spPr>
          <a:xfrm>
            <a:off x="6057898" y="1868487"/>
            <a:ext cx="6134101" cy="3746500"/>
          </a:xfrm>
          <a:prstGeom prst="rect">
            <a:avLst/>
          </a:prstGeom>
        </p:spPr>
      </p:pic>
      <p:pic>
        <p:nvPicPr>
          <p:cNvPr id="19" name="Picture 18">
            <a:extLst>
              <a:ext uri="{FF2B5EF4-FFF2-40B4-BE49-F238E27FC236}">
                <a16:creationId xmlns:a16="http://schemas.microsoft.com/office/drawing/2014/main" id="{613EC057-A60A-06FC-9BA3-5484A454B532}"/>
              </a:ext>
            </a:extLst>
          </p:cNvPr>
          <p:cNvPicPr>
            <a:picLocks noChangeAspect="1"/>
          </p:cNvPicPr>
          <p:nvPr/>
        </p:nvPicPr>
        <p:blipFill>
          <a:blip r:embed="rId4"/>
          <a:stretch>
            <a:fillRect/>
          </a:stretch>
        </p:blipFill>
        <p:spPr>
          <a:xfrm>
            <a:off x="0" y="1868487"/>
            <a:ext cx="6273800" cy="3746500"/>
          </a:xfrm>
          <a:prstGeom prst="rect">
            <a:avLst/>
          </a:prstGeom>
        </p:spPr>
      </p:pic>
    </p:spTree>
    <p:extLst>
      <p:ext uri="{BB962C8B-B14F-4D97-AF65-F5344CB8AC3E}">
        <p14:creationId xmlns:p14="http://schemas.microsoft.com/office/powerpoint/2010/main" val="2370564516"/>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F0960A-E4FC-475C-91A1-F14947900A01}"/>
              </a:ext>
            </a:extLst>
          </p:cNvPr>
          <p:cNvSpPr>
            <a:spLocks noGrp="1"/>
          </p:cNvSpPr>
          <p:nvPr>
            <p:ph type="title"/>
          </p:nvPr>
        </p:nvSpPr>
        <p:spPr/>
        <p:txBody>
          <a:bodyPr/>
          <a:lstStyle/>
          <a:p>
            <a:r>
              <a:rPr lang="en-GB" noProof="0" dirty="0"/>
              <a:t>Feature importance</a:t>
            </a:r>
          </a:p>
        </p:txBody>
      </p:sp>
      <p:sp>
        <p:nvSpPr>
          <p:cNvPr id="3" name="Tijdelijke aanduiding voor tekst 2">
            <a:extLst>
              <a:ext uri="{FF2B5EF4-FFF2-40B4-BE49-F238E27FC236}">
                <a16:creationId xmlns:a16="http://schemas.microsoft.com/office/drawing/2014/main" id="{9F9A0680-1A14-4A9C-88BF-A9961B304005}"/>
              </a:ext>
            </a:extLst>
          </p:cNvPr>
          <p:cNvSpPr>
            <a:spLocks noGrp="1"/>
          </p:cNvSpPr>
          <p:nvPr>
            <p:ph type="body" sz="quarter" idx="14"/>
          </p:nvPr>
        </p:nvSpPr>
        <p:spPr/>
        <p:txBody>
          <a:bodyPr/>
          <a:lstStyle/>
          <a:p>
            <a:r>
              <a:rPr lang="en-GB" noProof="0" dirty="0"/>
              <a:t> </a:t>
            </a:r>
          </a:p>
        </p:txBody>
      </p:sp>
      <p:sp>
        <p:nvSpPr>
          <p:cNvPr id="4" name="Tijdelijke aanduiding voor tekst 3">
            <a:extLst>
              <a:ext uri="{FF2B5EF4-FFF2-40B4-BE49-F238E27FC236}">
                <a16:creationId xmlns:a16="http://schemas.microsoft.com/office/drawing/2014/main" id="{12E74747-0D36-4E23-87FF-3A75C15B10AF}"/>
              </a:ext>
            </a:extLst>
          </p:cNvPr>
          <p:cNvSpPr>
            <a:spLocks noGrp="1"/>
          </p:cNvSpPr>
          <p:nvPr>
            <p:ph type="body" sz="quarter" idx="15"/>
          </p:nvPr>
        </p:nvSpPr>
        <p:spPr/>
        <p:txBody>
          <a:bodyPr/>
          <a:lstStyle/>
          <a:p>
            <a:r>
              <a:rPr lang="en-GB" noProof="0" dirty="0"/>
              <a:t> </a:t>
            </a:r>
          </a:p>
        </p:txBody>
      </p:sp>
      <p:sp>
        <p:nvSpPr>
          <p:cNvPr id="6" name="Tijdelijke aanduiding voor afbeelding 5">
            <a:extLst>
              <a:ext uri="{FF2B5EF4-FFF2-40B4-BE49-F238E27FC236}">
                <a16:creationId xmlns:a16="http://schemas.microsoft.com/office/drawing/2014/main" id="{3B011CF3-CFFF-49A3-A527-6AEA3776A81F}"/>
              </a:ext>
            </a:extLst>
          </p:cNvPr>
          <p:cNvSpPr>
            <a:spLocks noGrp="1"/>
          </p:cNvSpPr>
          <p:nvPr>
            <p:ph type="pic" sz="quarter" idx="17"/>
          </p:nvPr>
        </p:nvSpPr>
        <p:spPr>
          <a:xfrm>
            <a:off x="515937" y="2500313"/>
            <a:ext cx="4684713" cy="3840162"/>
          </a:xfrm>
        </p:spPr>
        <p:txBody>
          <a:bodyPr/>
          <a:lstStyle/>
          <a:p>
            <a:endParaRPr lang="en-GB" noProof="0" dirty="0"/>
          </a:p>
        </p:txBody>
      </p:sp>
      <p:sp>
        <p:nvSpPr>
          <p:cNvPr id="9" name="Tijdelijke aanduiding voor afbeelding 8">
            <a:extLst>
              <a:ext uri="{FF2B5EF4-FFF2-40B4-BE49-F238E27FC236}">
                <a16:creationId xmlns:a16="http://schemas.microsoft.com/office/drawing/2014/main" id="{08A08211-2EB8-4C22-9F65-7949E93CCD0B}"/>
              </a:ext>
            </a:extLst>
          </p:cNvPr>
          <p:cNvSpPr>
            <a:spLocks noGrp="1"/>
          </p:cNvSpPr>
          <p:nvPr>
            <p:ph type="pic" sz="quarter" idx="16"/>
          </p:nvPr>
        </p:nvSpPr>
        <p:spPr>
          <a:xfrm>
            <a:off x="6276062" y="2500313"/>
            <a:ext cx="4868188" cy="3840162"/>
          </a:xfrm>
        </p:spPr>
        <p:txBody>
          <a:bodyPr/>
          <a:lstStyle/>
          <a:p>
            <a:endParaRPr lang="en-GB" noProof="0" dirty="0"/>
          </a:p>
        </p:txBody>
      </p:sp>
      <p:sp>
        <p:nvSpPr>
          <p:cNvPr id="5" name="TextBox 4">
            <a:extLst>
              <a:ext uri="{FF2B5EF4-FFF2-40B4-BE49-F238E27FC236}">
                <a16:creationId xmlns:a16="http://schemas.microsoft.com/office/drawing/2014/main" id="{3C84D680-71D2-119F-75F0-A567CB1B7982}"/>
              </a:ext>
            </a:extLst>
          </p:cNvPr>
          <p:cNvSpPr txBox="1"/>
          <p:nvPr/>
        </p:nvSpPr>
        <p:spPr>
          <a:xfrm>
            <a:off x="3186113" y="214312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7" name="TextBox 6">
            <a:extLst>
              <a:ext uri="{FF2B5EF4-FFF2-40B4-BE49-F238E27FC236}">
                <a16:creationId xmlns:a16="http://schemas.microsoft.com/office/drawing/2014/main" id="{243ECC37-56DE-6511-A54D-A80653749FCA}"/>
              </a:ext>
            </a:extLst>
          </p:cNvPr>
          <p:cNvSpPr txBox="1"/>
          <p:nvPr/>
        </p:nvSpPr>
        <p:spPr>
          <a:xfrm>
            <a:off x="3543300" y="198596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
        <p:nvSpPr>
          <p:cNvPr id="8" name="TextBox 7">
            <a:extLst>
              <a:ext uri="{FF2B5EF4-FFF2-40B4-BE49-F238E27FC236}">
                <a16:creationId xmlns:a16="http://schemas.microsoft.com/office/drawing/2014/main" id="{21741607-C516-F4B7-6F3B-55F83467F828}"/>
              </a:ext>
            </a:extLst>
          </p:cNvPr>
          <p:cNvSpPr txBox="1"/>
          <p:nvPr/>
        </p:nvSpPr>
        <p:spPr>
          <a:xfrm>
            <a:off x="2085975" y="1971675"/>
            <a:ext cx="0" cy="0"/>
          </a:xfrm>
          <a:prstGeom prst="rect">
            <a:avLst/>
          </a:prstGeom>
          <a:noFill/>
        </p:spPr>
        <p:txBody>
          <a:bodyPr wrap="none" lIns="0" tIns="0" rIns="0" bIns="0" rtlCol="0">
            <a:noAutofit/>
          </a:bodyPr>
          <a:lstStyle/>
          <a:p>
            <a:pPr algn="l">
              <a:lnSpc>
                <a:spcPct val="90000"/>
              </a:lnSpc>
              <a:spcBef>
                <a:spcPts val="600"/>
              </a:spcBef>
              <a:spcAft>
                <a:spcPts val="600"/>
              </a:spcAft>
            </a:pPr>
            <a:r>
              <a:rPr lang="en-GB" sz="2000" noProof="0" dirty="0"/>
              <a:t>Initial data</a:t>
            </a:r>
          </a:p>
        </p:txBody>
      </p:sp>
      <p:sp>
        <p:nvSpPr>
          <p:cNvPr id="10" name="TextBox 9">
            <a:extLst>
              <a:ext uri="{FF2B5EF4-FFF2-40B4-BE49-F238E27FC236}">
                <a16:creationId xmlns:a16="http://schemas.microsoft.com/office/drawing/2014/main" id="{6D2A3683-7D4F-F7E9-F8CD-41B151AB01C2}"/>
              </a:ext>
            </a:extLst>
          </p:cNvPr>
          <p:cNvSpPr txBox="1"/>
          <p:nvPr/>
        </p:nvSpPr>
        <p:spPr>
          <a:xfrm>
            <a:off x="3186113" y="1971675"/>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GB" sz="1600" noProof="0" dirty="0"/>
          </a:p>
        </p:txBody>
      </p:sp>
    </p:spTree>
    <p:extLst>
      <p:ext uri="{BB962C8B-B14F-4D97-AF65-F5344CB8AC3E}">
        <p14:creationId xmlns:p14="http://schemas.microsoft.com/office/powerpoint/2010/main" val="26268369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verticale tekst 3">
            <a:extLst>
              <a:ext uri="{FF2B5EF4-FFF2-40B4-BE49-F238E27FC236}">
                <a16:creationId xmlns:a16="http://schemas.microsoft.com/office/drawing/2014/main" id="{56AF1235-5D0B-48D6-B350-C7ACC7BDFACD}"/>
              </a:ext>
            </a:extLst>
          </p:cNvPr>
          <p:cNvSpPr>
            <a:spLocks noGrp="1"/>
          </p:cNvSpPr>
          <p:nvPr>
            <p:ph type="body" orient="vert" idx="1"/>
          </p:nvPr>
        </p:nvSpPr>
        <p:spPr>
          <a:xfrm>
            <a:off x="515938" y="3695438"/>
            <a:ext cx="5046662" cy="1766801"/>
          </a:xfrm>
        </p:spPr>
        <p:txBody>
          <a:bodyPr/>
          <a:lstStyle/>
          <a:p>
            <a:pPr lvl="3"/>
            <a:r>
              <a:rPr lang="en-GB" sz="2000" noProof="0" dirty="0"/>
              <a:t>Lorem ipsum </a:t>
            </a:r>
            <a:r>
              <a:rPr lang="en-GB" sz="2000" noProof="0" dirty="0" err="1"/>
              <a:t>dolor</a:t>
            </a:r>
            <a:r>
              <a:rPr lang="en-GB" sz="2000" noProof="0" dirty="0"/>
              <a:t> sit </a:t>
            </a:r>
            <a:r>
              <a:rPr lang="en-GB" sz="2000" noProof="0" dirty="0" err="1"/>
              <a:t>amet</a:t>
            </a:r>
            <a:r>
              <a:rPr lang="en-GB" sz="2000" noProof="0" dirty="0"/>
              <a:t>, </a:t>
            </a:r>
            <a:r>
              <a:rPr lang="en-GB" sz="2000" noProof="0" dirty="0" err="1"/>
              <a:t>consectetuer</a:t>
            </a:r>
            <a:r>
              <a:rPr lang="en-GB" sz="2000" noProof="0" dirty="0"/>
              <a:t> </a:t>
            </a:r>
            <a:r>
              <a:rPr lang="en-GB" sz="2000" noProof="0" dirty="0" err="1"/>
              <a:t>adipiscing</a:t>
            </a:r>
            <a:r>
              <a:rPr lang="en-GB" sz="2000" noProof="0" dirty="0"/>
              <a:t> </a:t>
            </a:r>
            <a:r>
              <a:rPr lang="en-GB" sz="2000" noProof="0" dirty="0" err="1"/>
              <a:t>elit</a:t>
            </a:r>
            <a:r>
              <a:rPr lang="en-GB" sz="2000" noProof="0" dirty="0"/>
              <a:t>. Maecenas </a:t>
            </a:r>
            <a:r>
              <a:rPr lang="en-GB" sz="2000" noProof="0" dirty="0" err="1"/>
              <a:t>porttitor</a:t>
            </a:r>
            <a:r>
              <a:rPr lang="en-GB" sz="2000" noProof="0" dirty="0"/>
              <a:t> </a:t>
            </a:r>
            <a:r>
              <a:rPr lang="en-GB" sz="2000" noProof="0" dirty="0" err="1"/>
              <a:t>congue</a:t>
            </a:r>
            <a:r>
              <a:rPr lang="en-GB" sz="2000" noProof="0" dirty="0"/>
              <a:t> </a:t>
            </a:r>
            <a:r>
              <a:rPr lang="en-GB" sz="2000" noProof="0" dirty="0" err="1"/>
              <a:t>massa</a:t>
            </a:r>
            <a:r>
              <a:rPr lang="en-GB" sz="2000" noProof="0" dirty="0"/>
              <a:t>. </a:t>
            </a:r>
            <a:r>
              <a:rPr lang="en-GB" sz="2000" noProof="0" dirty="0" err="1"/>
              <a:t>Fusce</a:t>
            </a:r>
            <a:r>
              <a:rPr lang="en-GB" sz="2000" noProof="0" dirty="0"/>
              <a:t> </a:t>
            </a:r>
            <a:r>
              <a:rPr lang="en-GB" sz="2000" noProof="0" dirty="0" err="1"/>
              <a:t>posuere</a:t>
            </a:r>
            <a:r>
              <a:rPr lang="en-GB" sz="2000" noProof="0" dirty="0"/>
              <a:t>, magna </a:t>
            </a:r>
            <a:r>
              <a:rPr lang="en-GB" sz="2000" noProof="0" dirty="0" err="1"/>
              <a:t>sed</a:t>
            </a:r>
            <a:r>
              <a:rPr lang="en-GB" sz="2000" noProof="0" dirty="0"/>
              <a:t> pulvinar </a:t>
            </a:r>
            <a:r>
              <a:rPr lang="en-GB" sz="2000" noProof="0" dirty="0" err="1"/>
              <a:t>ultricies</a:t>
            </a:r>
            <a:r>
              <a:rPr lang="en-GB" sz="2000" noProof="0" dirty="0"/>
              <a:t>, </a:t>
            </a:r>
            <a:r>
              <a:rPr lang="en-GB" sz="2000" noProof="0" dirty="0" err="1"/>
              <a:t>purus</a:t>
            </a:r>
            <a:r>
              <a:rPr lang="en-GB" sz="2000" noProof="0" dirty="0"/>
              <a:t> </a:t>
            </a:r>
            <a:r>
              <a:rPr lang="en-GB" sz="2000" noProof="0" dirty="0" err="1"/>
              <a:t>lectus</a:t>
            </a:r>
            <a:r>
              <a:rPr lang="en-GB" sz="2000" noProof="0" dirty="0"/>
              <a:t> </a:t>
            </a:r>
            <a:r>
              <a:rPr lang="en-GB" sz="2000" noProof="0" dirty="0" err="1"/>
              <a:t>malesuada</a:t>
            </a:r>
            <a:r>
              <a:rPr lang="en-GB" sz="2000" noProof="0" dirty="0"/>
              <a:t> libero, sit </a:t>
            </a:r>
            <a:r>
              <a:rPr lang="en-GB" sz="2000" noProof="0" dirty="0" err="1"/>
              <a:t>amet</a:t>
            </a:r>
            <a:r>
              <a:rPr lang="en-GB" sz="2000" noProof="0" dirty="0"/>
              <a:t> </a:t>
            </a:r>
            <a:r>
              <a:rPr lang="en-GB" sz="2000" noProof="0" dirty="0" err="1"/>
              <a:t>commodo</a:t>
            </a:r>
            <a:r>
              <a:rPr lang="en-GB" sz="2000" noProof="0" dirty="0"/>
              <a:t> magna eros </a:t>
            </a:r>
            <a:r>
              <a:rPr lang="en-GB" sz="2000" noProof="0" dirty="0" err="1"/>
              <a:t>quis</a:t>
            </a:r>
            <a:r>
              <a:rPr lang="en-GB" sz="2000" noProof="0" dirty="0"/>
              <a:t> </a:t>
            </a:r>
            <a:r>
              <a:rPr lang="en-GB" sz="2000" noProof="0" dirty="0" err="1"/>
              <a:t>urna</a:t>
            </a:r>
            <a:r>
              <a:rPr lang="en-GB" sz="2000" noProof="0" dirty="0"/>
              <a:t>. Nunc </a:t>
            </a:r>
            <a:r>
              <a:rPr lang="en-GB" sz="2000" noProof="0" dirty="0" err="1"/>
              <a:t>viverra</a:t>
            </a:r>
            <a:r>
              <a:rPr lang="en-GB" sz="2000" noProof="0" dirty="0"/>
              <a:t> </a:t>
            </a:r>
            <a:r>
              <a:rPr lang="en-GB" sz="2000" noProof="0" dirty="0" err="1"/>
              <a:t>imperdiet</a:t>
            </a:r>
            <a:r>
              <a:rPr lang="en-GB" sz="2000" noProof="0" dirty="0"/>
              <a:t> </a:t>
            </a:r>
            <a:r>
              <a:rPr lang="en-GB" sz="2000" noProof="0" dirty="0" err="1"/>
              <a:t>enim</a:t>
            </a:r>
            <a:r>
              <a:rPr lang="en-GB" sz="2000" noProof="0" dirty="0"/>
              <a:t>. </a:t>
            </a:r>
            <a:r>
              <a:rPr lang="en-GB" sz="2000" noProof="0" dirty="0" err="1"/>
              <a:t>Fusce</a:t>
            </a:r>
            <a:r>
              <a:rPr lang="en-GB" sz="2000" noProof="0" dirty="0"/>
              <a:t> est. </a:t>
            </a:r>
            <a:r>
              <a:rPr lang="en-GB" sz="2000" noProof="0" dirty="0" err="1"/>
              <a:t>Vivamus</a:t>
            </a:r>
            <a:r>
              <a:rPr lang="en-GB" sz="2000" noProof="0" dirty="0"/>
              <a:t> a </a:t>
            </a:r>
            <a:r>
              <a:rPr lang="en-GB" sz="2000" noProof="0" dirty="0" err="1"/>
              <a:t>tellus</a:t>
            </a:r>
            <a:r>
              <a:rPr lang="en-GB" sz="2000" noProof="0" dirty="0"/>
              <a:t>.</a:t>
            </a:r>
          </a:p>
        </p:txBody>
      </p:sp>
      <p:sp>
        <p:nvSpPr>
          <p:cNvPr id="5" name="Tijdelijke aanduiding voor datum 4">
            <a:extLst>
              <a:ext uri="{FF2B5EF4-FFF2-40B4-BE49-F238E27FC236}">
                <a16:creationId xmlns:a16="http://schemas.microsoft.com/office/drawing/2014/main" id="{7EFD9C05-9A6D-450F-9267-DA0618D4F580}"/>
              </a:ext>
            </a:extLst>
          </p:cNvPr>
          <p:cNvSpPr>
            <a:spLocks noGrp="1"/>
          </p:cNvSpPr>
          <p:nvPr>
            <p:ph type="dt" sz="half" idx="10"/>
          </p:nvPr>
        </p:nvSpPr>
        <p:spPr/>
        <p:txBody>
          <a:bodyPr/>
          <a:lstStyle/>
          <a:p>
            <a:fld id="{D478D012-3D28-465A-91B9-EF0E898BB42D}" type="datetime4">
              <a:rPr lang="en-GB" noProof="0" smtClean="0"/>
              <a:t>9 december 2025</a:t>
            </a:fld>
            <a:endParaRPr lang="en-GB" noProof="0" dirty="0"/>
          </a:p>
        </p:txBody>
      </p:sp>
      <p:sp>
        <p:nvSpPr>
          <p:cNvPr id="6" name="Tijdelijke aanduiding voor voettekst 5">
            <a:extLst>
              <a:ext uri="{FF2B5EF4-FFF2-40B4-BE49-F238E27FC236}">
                <a16:creationId xmlns:a16="http://schemas.microsoft.com/office/drawing/2014/main" id="{A4F32EFF-CB34-4939-8856-2B5672435D54}"/>
              </a:ext>
            </a:extLst>
          </p:cNvPr>
          <p:cNvSpPr>
            <a:spLocks noGrp="1"/>
          </p:cNvSpPr>
          <p:nvPr>
            <p:ph type="ftr" sz="quarter" idx="11"/>
          </p:nvPr>
        </p:nvSpPr>
        <p:spPr/>
        <p:txBody>
          <a:bodyPr/>
          <a:lstStyle/>
          <a:p>
            <a:endParaRPr lang="en-GB" noProof="0" dirty="0"/>
          </a:p>
        </p:txBody>
      </p:sp>
      <p:sp>
        <p:nvSpPr>
          <p:cNvPr id="7" name="Tijdelijke aanduiding voor dianummer 6">
            <a:extLst>
              <a:ext uri="{FF2B5EF4-FFF2-40B4-BE49-F238E27FC236}">
                <a16:creationId xmlns:a16="http://schemas.microsoft.com/office/drawing/2014/main" id="{F7FCFC2E-45F2-4B0A-BF9E-3BE805022B3F}"/>
              </a:ext>
            </a:extLst>
          </p:cNvPr>
          <p:cNvSpPr>
            <a:spLocks noGrp="1"/>
          </p:cNvSpPr>
          <p:nvPr>
            <p:ph type="sldNum" sz="quarter" idx="12"/>
          </p:nvPr>
        </p:nvSpPr>
        <p:spPr/>
        <p:txBody>
          <a:bodyPr/>
          <a:lstStyle/>
          <a:p>
            <a:fld id="{D7B5DC5B-6873-43DB-ADC7-B15ACCE0DFDB}" type="slidenum">
              <a:rPr lang="en-GB" noProof="0" smtClean="0"/>
              <a:t>12</a:t>
            </a:fld>
            <a:endParaRPr lang="en-GB" noProof="0" dirty="0"/>
          </a:p>
        </p:txBody>
      </p:sp>
      <p:sp>
        <p:nvSpPr>
          <p:cNvPr id="8" name="Tijdelijke aanduiding voor tekst 7">
            <a:extLst>
              <a:ext uri="{FF2B5EF4-FFF2-40B4-BE49-F238E27FC236}">
                <a16:creationId xmlns:a16="http://schemas.microsoft.com/office/drawing/2014/main" id="{3B8CA7FD-9FBF-4509-AF18-8E85DD0953E2}"/>
              </a:ext>
            </a:extLst>
          </p:cNvPr>
          <p:cNvSpPr>
            <a:spLocks noGrp="1"/>
          </p:cNvSpPr>
          <p:nvPr>
            <p:ph type="body" sz="quarter" idx="15"/>
          </p:nvPr>
        </p:nvSpPr>
        <p:spPr/>
        <p:txBody>
          <a:bodyPr/>
          <a:lstStyle/>
          <a:p>
            <a:r>
              <a:rPr lang="en-GB" noProof="0" dirty="0"/>
              <a:t> </a:t>
            </a:r>
          </a:p>
        </p:txBody>
      </p:sp>
      <p:sp>
        <p:nvSpPr>
          <p:cNvPr id="9" name="Tijdelijke aanduiding voor afbeelding 8">
            <a:extLst>
              <a:ext uri="{FF2B5EF4-FFF2-40B4-BE49-F238E27FC236}">
                <a16:creationId xmlns:a16="http://schemas.microsoft.com/office/drawing/2014/main" id="{4343A1EE-0FBD-445F-83F6-8AE0CAEE5AA0}"/>
              </a:ext>
            </a:extLst>
          </p:cNvPr>
          <p:cNvSpPr>
            <a:spLocks noGrp="1"/>
          </p:cNvSpPr>
          <p:nvPr>
            <p:ph type="pic" sz="quarter" idx="13"/>
          </p:nvPr>
        </p:nvSpPr>
        <p:spPr/>
        <p:txBody>
          <a:bodyPr/>
          <a:lstStyle/>
          <a:p>
            <a:endParaRPr lang="en-GB" noProof="0" dirty="0"/>
          </a:p>
        </p:txBody>
      </p:sp>
      <p:sp>
        <p:nvSpPr>
          <p:cNvPr id="10" name="Title 9">
            <a:extLst>
              <a:ext uri="{FF2B5EF4-FFF2-40B4-BE49-F238E27FC236}">
                <a16:creationId xmlns:a16="http://schemas.microsoft.com/office/drawing/2014/main" id="{39F66E7F-7767-DC79-0BA3-AD8FAE2DBF75}"/>
              </a:ext>
            </a:extLst>
          </p:cNvPr>
          <p:cNvSpPr>
            <a:spLocks noGrp="1"/>
          </p:cNvSpPr>
          <p:nvPr>
            <p:ph type="title"/>
          </p:nvPr>
        </p:nvSpPr>
        <p:spPr/>
        <p:txBody>
          <a:bodyPr/>
          <a:lstStyle/>
          <a:p>
            <a:r>
              <a:rPr lang="en-GB" noProof="0" dirty="0"/>
              <a:t>Firm size analysis</a:t>
            </a:r>
          </a:p>
        </p:txBody>
      </p:sp>
    </p:spTree>
    <p:extLst>
      <p:ext uri="{BB962C8B-B14F-4D97-AF65-F5344CB8AC3E}">
        <p14:creationId xmlns:p14="http://schemas.microsoft.com/office/powerpoint/2010/main" val="187640360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EE4104-554D-4FF5-8A3B-51A3F48073C1}"/>
              </a:ext>
            </a:extLst>
          </p:cNvPr>
          <p:cNvSpPr>
            <a:spLocks noGrp="1"/>
          </p:cNvSpPr>
          <p:nvPr>
            <p:ph type="title"/>
          </p:nvPr>
        </p:nvSpPr>
        <p:spPr>
          <a:xfrm>
            <a:off x="515938" y="1884209"/>
            <a:ext cx="7675562" cy="869476"/>
          </a:xfrm>
        </p:spPr>
        <p:txBody>
          <a:bodyPr/>
          <a:lstStyle/>
          <a:p>
            <a:r>
              <a:rPr lang="en-GB" noProof="0" dirty="0"/>
              <a:t>Variance analysis</a:t>
            </a:r>
          </a:p>
        </p:txBody>
      </p:sp>
      <p:sp>
        <p:nvSpPr>
          <p:cNvPr id="3" name="Tijdelijke aanduiding voor verticale tekst 2">
            <a:extLst>
              <a:ext uri="{FF2B5EF4-FFF2-40B4-BE49-F238E27FC236}">
                <a16:creationId xmlns:a16="http://schemas.microsoft.com/office/drawing/2014/main" id="{577A3F57-EE3D-4946-89D8-36DFCAAFC3E4}"/>
              </a:ext>
            </a:extLst>
          </p:cNvPr>
          <p:cNvSpPr>
            <a:spLocks noGrp="1"/>
          </p:cNvSpPr>
          <p:nvPr>
            <p:ph type="body" orient="vert" idx="1"/>
          </p:nvPr>
        </p:nvSpPr>
        <p:spPr>
          <a:xfrm>
            <a:off x="515938" y="3193140"/>
            <a:ext cx="7675562" cy="1944917"/>
          </a:xfrm>
        </p:spPr>
        <p:txBody>
          <a:bodyPr anchor="t"/>
          <a:lstStyle/>
          <a:p>
            <a:pPr lvl="3"/>
            <a:r>
              <a:rPr lang="en-GB" sz="2000" noProof="0" dirty="0"/>
              <a:t>Lorem ipsum </a:t>
            </a:r>
            <a:r>
              <a:rPr lang="en-GB" sz="2000" noProof="0" dirty="0" err="1"/>
              <a:t>dolor</a:t>
            </a:r>
            <a:r>
              <a:rPr lang="en-GB" sz="2000" noProof="0" dirty="0"/>
              <a:t> sit </a:t>
            </a:r>
            <a:r>
              <a:rPr lang="en-GB" sz="2000" noProof="0" dirty="0" err="1"/>
              <a:t>amet</a:t>
            </a:r>
            <a:r>
              <a:rPr lang="en-GB" sz="2000" noProof="0" dirty="0"/>
              <a:t>, </a:t>
            </a:r>
            <a:r>
              <a:rPr lang="en-GB" sz="2000" noProof="0" dirty="0" err="1"/>
              <a:t>consectetuer</a:t>
            </a:r>
            <a:r>
              <a:rPr lang="en-GB" sz="2000" noProof="0" dirty="0"/>
              <a:t> </a:t>
            </a:r>
            <a:r>
              <a:rPr lang="en-GB" sz="2000" noProof="0" dirty="0" err="1"/>
              <a:t>adipiscing</a:t>
            </a:r>
            <a:r>
              <a:rPr lang="en-GB" sz="2000" noProof="0" dirty="0"/>
              <a:t> </a:t>
            </a:r>
            <a:r>
              <a:rPr lang="en-GB" sz="2000" noProof="0" dirty="0" err="1"/>
              <a:t>elit</a:t>
            </a:r>
            <a:r>
              <a:rPr lang="en-GB" sz="2000" noProof="0" dirty="0"/>
              <a:t>. Maecenas </a:t>
            </a:r>
            <a:r>
              <a:rPr lang="en-GB" sz="2000" noProof="0" dirty="0" err="1"/>
              <a:t>porttitor</a:t>
            </a:r>
            <a:r>
              <a:rPr lang="en-GB" sz="2000" noProof="0" dirty="0"/>
              <a:t> </a:t>
            </a:r>
            <a:r>
              <a:rPr lang="en-GB" sz="2000" noProof="0" dirty="0" err="1"/>
              <a:t>congue</a:t>
            </a:r>
            <a:r>
              <a:rPr lang="en-GB" sz="2000" noProof="0" dirty="0"/>
              <a:t> </a:t>
            </a:r>
            <a:r>
              <a:rPr lang="en-GB" sz="2000" noProof="0" dirty="0" err="1"/>
              <a:t>massa</a:t>
            </a:r>
            <a:r>
              <a:rPr lang="en-GB" sz="2000" noProof="0" dirty="0"/>
              <a:t>. </a:t>
            </a:r>
            <a:r>
              <a:rPr lang="en-GB" sz="2000" noProof="0" dirty="0" err="1"/>
              <a:t>Fusce</a:t>
            </a:r>
            <a:r>
              <a:rPr lang="en-GB" sz="2000" noProof="0" dirty="0"/>
              <a:t> </a:t>
            </a:r>
            <a:r>
              <a:rPr lang="en-GB" sz="2000" noProof="0" dirty="0" err="1"/>
              <a:t>posuere</a:t>
            </a:r>
            <a:r>
              <a:rPr lang="en-GB" sz="2000" noProof="0" dirty="0"/>
              <a:t>, magna </a:t>
            </a:r>
            <a:r>
              <a:rPr lang="en-GB" sz="2000" noProof="0" dirty="0" err="1"/>
              <a:t>sed</a:t>
            </a:r>
            <a:r>
              <a:rPr lang="en-GB" sz="2000" noProof="0" dirty="0"/>
              <a:t> pulvinar </a:t>
            </a:r>
            <a:r>
              <a:rPr lang="en-GB" sz="2000" noProof="0" dirty="0" err="1"/>
              <a:t>ultricies</a:t>
            </a:r>
            <a:r>
              <a:rPr lang="en-GB" sz="2000" noProof="0" dirty="0"/>
              <a:t>, </a:t>
            </a:r>
            <a:r>
              <a:rPr lang="en-GB" sz="2000" noProof="0" dirty="0" err="1"/>
              <a:t>purus</a:t>
            </a:r>
            <a:r>
              <a:rPr lang="en-GB" sz="2000" noProof="0" dirty="0"/>
              <a:t> </a:t>
            </a:r>
            <a:r>
              <a:rPr lang="en-GB" sz="2000" noProof="0" dirty="0" err="1"/>
              <a:t>lectus</a:t>
            </a:r>
            <a:r>
              <a:rPr lang="en-GB" sz="2000" noProof="0" dirty="0"/>
              <a:t> </a:t>
            </a:r>
            <a:r>
              <a:rPr lang="en-GB" sz="2000" noProof="0" dirty="0" err="1"/>
              <a:t>malesuada</a:t>
            </a:r>
            <a:r>
              <a:rPr lang="en-GB" sz="2000" noProof="0" dirty="0"/>
              <a:t> libero, sit </a:t>
            </a:r>
            <a:r>
              <a:rPr lang="en-GB" sz="2000" noProof="0" dirty="0" err="1"/>
              <a:t>amet</a:t>
            </a:r>
            <a:r>
              <a:rPr lang="en-GB" sz="2000" noProof="0" dirty="0"/>
              <a:t> </a:t>
            </a:r>
            <a:r>
              <a:rPr lang="en-GB" sz="2000" noProof="0" dirty="0" err="1"/>
              <a:t>commodo</a:t>
            </a:r>
            <a:r>
              <a:rPr lang="en-GB" sz="2000" noProof="0" dirty="0"/>
              <a:t> magna eros </a:t>
            </a:r>
            <a:r>
              <a:rPr lang="en-GB" sz="2000" noProof="0" dirty="0" err="1"/>
              <a:t>quis</a:t>
            </a:r>
            <a:r>
              <a:rPr lang="en-GB" sz="2000" noProof="0" dirty="0"/>
              <a:t> </a:t>
            </a:r>
            <a:r>
              <a:rPr lang="en-GB" sz="2000" noProof="0" dirty="0" err="1"/>
              <a:t>urna</a:t>
            </a:r>
            <a:r>
              <a:rPr lang="en-GB" sz="2000" noProof="0" dirty="0"/>
              <a:t>. Nunc </a:t>
            </a:r>
            <a:r>
              <a:rPr lang="en-GB" sz="2000" noProof="0" dirty="0" err="1"/>
              <a:t>viverra</a:t>
            </a:r>
            <a:r>
              <a:rPr lang="en-GB" sz="2000" noProof="0" dirty="0"/>
              <a:t> </a:t>
            </a:r>
            <a:r>
              <a:rPr lang="en-GB" sz="2000" noProof="0" dirty="0" err="1"/>
              <a:t>imperdiet</a:t>
            </a:r>
            <a:r>
              <a:rPr lang="en-GB" sz="2000" noProof="0" dirty="0"/>
              <a:t> </a:t>
            </a:r>
            <a:r>
              <a:rPr lang="en-GB" sz="2000" noProof="0" dirty="0" err="1"/>
              <a:t>enim</a:t>
            </a:r>
            <a:r>
              <a:rPr lang="en-GB" sz="2000" noProof="0" dirty="0"/>
              <a:t>. </a:t>
            </a:r>
            <a:r>
              <a:rPr lang="en-GB" sz="2000" noProof="0" dirty="0" err="1"/>
              <a:t>Fusce</a:t>
            </a:r>
            <a:r>
              <a:rPr lang="en-GB" sz="2000" noProof="0" dirty="0"/>
              <a:t> est. </a:t>
            </a:r>
            <a:r>
              <a:rPr lang="en-GB" sz="2000" noProof="0" dirty="0" err="1"/>
              <a:t>Vivamus</a:t>
            </a:r>
            <a:r>
              <a:rPr lang="en-GB" sz="2000" noProof="0" dirty="0"/>
              <a:t> a </a:t>
            </a:r>
            <a:r>
              <a:rPr lang="en-GB" sz="2000" noProof="0" dirty="0" err="1"/>
              <a:t>tellus</a:t>
            </a:r>
            <a:r>
              <a:rPr lang="en-GB" sz="2000" noProof="0" dirty="0"/>
              <a:t>. </a:t>
            </a:r>
            <a:r>
              <a:rPr lang="en-GB" sz="2000" noProof="0" dirty="0" err="1"/>
              <a:t>Pellentesque</a:t>
            </a:r>
            <a:r>
              <a:rPr lang="en-GB" sz="2000" noProof="0" dirty="0"/>
              <a:t> habitant </a:t>
            </a:r>
            <a:r>
              <a:rPr lang="en-GB" sz="2000" noProof="0" dirty="0" err="1"/>
              <a:t>morbi</a:t>
            </a:r>
            <a:r>
              <a:rPr lang="en-GB" sz="2000" noProof="0" dirty="0"/>
              <a:t> </a:t>
            </a:r>
            <a:r>
              <a:rPr lang="en-GB" sz="2000" noProof="0" dirty="0" err="1"/>
              <a:t>tristique</a:t>
            </a:r>
            <a:r>
              <a:rPr lang="en-GB" sz="2000" noProof="0" dirty="0"/>
              <a:t> </a:t>
            </a:r>
            <a:r>
              <a:rPr lang="en-GB" sz="2000" noProof="0" dirty="0" err="1"/>
              <a:t>senectus</a:t>
            </a:r>
            <a:r>
              <a:rPr lang="en-GB" sz="2000" noProof="0" dirty="0"/>
              <a:t> et </a:t>
            </a:r>
            <a:r>
              <a:rPr lang="en-GB" sz="2000" noProof="0" dirty="0" err="1"/>
              <a:t>netus</a:t>
            </a:r>
            <a:r>
              <a:rPr lang="en-GB" sz="2000" noProof="0" dirty="0"/>
              <a:t> et </a:t>
            </a:r>
            <a:r>
              <a:rPr lang="en-GB" sz="2000" noProof="0" dirty="0" err="1"/>
              <a:t>malesuada</a:t>
            </a:r>
            <a:r>
              <a:rPr lang="en-GB" sz="2000" noProof="0" dirty="0"/>
              <a:t> fames ac </a:t>
            </a:r>
            <a:r>
              <a:rPr lang="en-GB" sz="2000" noProof="0" dirty="0" err="1"/>
              <a:t>turpis</a:t>
            </a:r>
            <a:r>
              <a:rPr lang="en-GB" sz="2000" noProof="0" dirty="0"/>
              <a:t> </a:t>
            </a:r>
            <a:r>
              <a:rPr lang="en-GB" sz="2000" noProof="0" dirty="0" err="1"/>
              <a:t>egestas</a:t>
            </a:r>
            <a:r>
              <a:rPr lang="en-GB" sz="2000" noProof="0" dirty="0"/>
              <a:t>. Proin pharetra </a:t>
            </a:r>
            <a:r>
              <a:rPr lang="en-GB" sz="2000" noProof="0" dirty="0" err="1"/>
              <a:t>nonummy</a:t>
            </a:r>
            <a:r>
              <a:rPr lang="en-GB" sz="2000" noProof="0" dirty="0"/>
              <a:t> </a:t>
            </a:r>
            <a:r>
              <a:rPr lang="en-GB" sz="2000" noProof="0" dirty="0" err="1"/>
              <a:t>pede</a:t>
            </a:r>
            <a:r>
              <a:rPr lang="en-GB" sz="2000" noProof="0" dirty="0"/>
              <a:t>. Mauris et </a:t>
            </a:r>
            <a:r>
              <a:rPr lang="en-GB" sz="2000" noProof="0" dirty="0" err="1"/>
              <a:t>orci</a:t>
            </a:r>
            <a:r>
              <a:rPr lang="en-GB" sz="2000" noProof="0" dirty="0"/>
              <a:t>.</a:t>
            </a:r>
          </a:p>
        </p:txBody>
      </p:sp>
      <p:sp>
        <p:nvSpPr>
          <p:cNvPr id="4" name="Tijdelijke aanduiding voor datum 3">
            <a:extLst>
              <a:ext uri="{FF2B5EF4-FFF2-40B4-BE49-F238E27FC236}">
                <a16:creationId xmlns:a16="http://schemas.microsoft.com/office/drawing/2014/main" id="{CD8EFA5C-276A-4182-9956-DBA1FC63F0A5}"/>
              </a:ext>
            </a:extLst>
          </p:cNvPr>
          <p:cNvSpPr>
            <a:spLocks noGrp="1"/>
          </p:cNvSpPr>
          <p:nvPr>
            <p:ph type="dt" sz="half" idx="10"/>
          </p:nvPr>
        </p:nvSpPr>
        <p:spPr/>
        <p:txBody>
          <a:bodyPr/>
          <a:lstStyle/>
          <a:p>
            <a:fld id="{731CD031-FC28-41D7-9493-FCE2B056A56B}" type="datetime4">
              <a:rPr lang="en-GB" noProof="0" smtClean="0"/>
              <a:t>9 december 2025</a:t>
            </a:fld>
            <a:endParaRPr lang="en-GB" noProof="0" dirty="0"/>
          </a:p>
        </p:txBody>
      </p:sp>
      <p:sp>
        <p:nvSpPr>
          <p:cNvPr id="5" name="Tijdelijke aanduiding voor voettekst 4">
            <a:extLst>
              <a:ext uri="{FF2B5EF4-FFF2-40B4-BE49-F238E27FC236}">
                <a16:creationId xmlns:a16="http://schemas.microsoft.com/office/drawing/2014/main" id="{78E21B75-CC8A-4147-B77B-4001868BCDDA}"/>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63578491-6FDB-4E47-95E8-E829A8073FDF}"/>
              </a:ext>
            </a:extLst>
          </p:cNvPr>
          <p:cNvSpPr>
            <a:spLocks noGrp="1"/>
          </p:cNvSpPr>
          <p:nvPr>
            <p:ph type="sldNum" sz="quarter" idx="12"/>
          </p:nvPr>
        </p:nvSpPr>
        <p:spPr/>
        <p:txBody>
          <a:bodyPr/>
          <a:lstStyle/>
          <a:p>
            <a:fld id="{D7B5DC5B-6873-43DB-ADC7-B15ACCE0DFDB}" type="slidenum">
              <a:rPr lang="en-GB" noProof="0" smtClean="0"/>
              <a:t>13</a:t>
            </a:fld>
            <a:endParaRPr lang="en-GB" noProof="0" dirty="0"/>
          </a:p>
        </p:txBody>
      </p:sp>
      <p:sp>
        <p:nvSpPr>
          <p:cNvPr id="8" name="Tijdelijke aanduiding voor tekst 7">
            <a:extLst>
              <a:ext uri="{FF2B5EF4-FFF2-40B4-BE49-F238E27FC236}">
                <a16:creationId xmlns:a16="http://schemas.microsoft.com/office/drawing/2014/main" id="{4AAAAC0F-0566-4A8E-B7C9-3E00AFA5AF0B}"/>
              </a:ext>
            </a:extLst>
          </p:cNvPr>
          <p:cNvSpPr>
            <a:spLocks noGrp="1"/>
          </p:cNvSpPr>
          <p:nvPr>
            <p:ph type="body" sz="quarter" idx="15"/>
          </p:nvPr>
        </p:nvSpPr>
        <p:spPr/>
        <p:txBody>
          <a:bodyPr/>
          <a:lstStyle/>
          <a:p>
            <a:r>
              <a:rPr lang="en-GB" noProof="0" dirty="0"/>
              <a:t> </a:t>
            </a:r>
          </a:p>
        </p:txBody>
      </p:sp>
      <p:sp>
        <p:nvSpPr>
          <p:cNvPr id="9" name="Tijdelijke aanduiding voor afbeelding 8">
            <a:extLst>
              <a:ext uri="{FF2B5EF4-FFF2-40B4-BE49-F238E27FC236}">
                <a16:creationId xmlns:a16="http://schemas.microsoft.com/office/drawing/2014/main" id="{7D678A1F-C498-480F-9CEA-42A71C49A2A4}"/>
              </a:ext>
            </a:extLst>
          </p:cNvPr>
          <p:cNvSpPr>
            <a:spLocks noGrp="1"/>
          </p:cNvSpPr>
          <p:nvPr>
            <p:ph type="pic" sz="quarter" idx="13"/>
          </p:nvPr>
        </p:nvSpPr>
        <p:spPr/>
        <p:txBody>
          <a:bodyPr/>
          <a:lstStyle/>
          <a:p>
            <a:endParaRPr lang="en-GB" noProof="0" dirty="0"/>
          </a:p>
        </p:txBody>
      </p:sp>
    </p:spTree>
    <p:extLst>
      <p:ext uri="{BB962C8B-B14F-4D97-AF65-F5344CB8AC3E}">
        <p14:creationId xmlns:p14="http://schemas.microsoft.com/office/powerpoint/2010/main" val="17879434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816A904-45B2-4FAF-81D4-EEBF817E128F}"/>
              </a:ext>
            </a:extLst>
          </p:cNvPr>
          <p:cNvSpPr>
            <a:spLocks noGrp="1"/>
          </p:cNvSpPr>
          <p:nvPr>
            <p:ph type="title"/>
          </p:nvPr>
        </p:nvSpPr>
        <p:spPr>
          <a:xfrm>
            <a:off x="515937" y="1811338"/>
            <a:ext cx="3945531" cy="1477328"/>
          </a:xfrm>
        </p:spPr>
        <p:txBody>
          <a:bodyPr/>
          <a:lstStyle/>
          <a:p>
            <a:r>
              <a:rPr lang="en-GB" noProof="0" dirty="0" err="1"/>
              <a:t>Plaats</a:t>
            </a:r>
            <a:r>
              <a:rPr lang="en-GB" noProof="0" dirty="0"/>
              <a:t> </a:t>
            </a:r>
            <a:r>
              <a:rPr lang="en-GB" noProof="0" dirty="0" err="1"/>
              <a:t>hier</a:t>
            </a:r>
            <a:r>
              <a:rPr lang="en-GB" noProof="0" dirty="0"/>
              <a:t> de </a:t>
            </a:r>
            <a:r>
              <a:rPr lang="en-GB" noProof="0" dirty="0" err="1"/>
              <a:t>titel</a:t>
            </a:r>
            <a:r>
              <a:rPr lang="en-GB" noProof="0" dirty="0"/>
              <a:t> van de </a:t>
            </a:r>
            <a:r>
              <a:rPr lang="en-GB" noProof="0" dirty="0" err="1"/>
              <a:t>dia</a:t>
            </a:r>
            <a:endParaRPr lang="en-GB" noProof="0" dirty="0"/>
          </a:p>
        </p:txBody>
      </p:sp>
      <p:sp>
        <p:nvSpPr>
          <p:cNvPr id="4" name="Tijdelijke aanduiding voor tekst 3">
            <a:extLst>
              <a:ext uri="{FF2B5EF4-FFF2-40B4-BE49-F238E27FC236}">
                <a16:creationId xmlns:a16="http://schemas.microsoft.com/office/drawing/2014/main" id="{66A764BF-086A-4826-ACE0-34F81C859E53}"/>
              </a:ext>
            </a:extLst>
          </p:cNvPr>
          <p:cNvSpPr>
            <a:spLocks noGrp="1"/>
          </p:cNvSpPr>
          <p:nvPr>
            <p:ph type="body" sz="quarter" idx="15"/>
          </p:nvPr>
        </p:nvSpPr>
        <p:spPr/>
        <p:txBody>
          <a:bodyPr/>
          <a:lstStyle/>
          <a:p>
            <a:r>
              <a:rPr lang="en-GB" noProof="0" dirty="0"/>
              <a:t> </a:t>
            </a:r>
          </a:p>
        </p:txBody>
      </p:sp>
      <p:sp>
        <p:nvSpPr>
          <p:cNvPr id="5" name="Tijdelijke aanduiding voor afbeelding 4">
            <a:extLst>
              <a:ext uri="{FF2B5EF4-FFF2-40B4-BE49-F238E27FC236}">
                <a16:creationId xmlns:a16="http://schemas.microsoft.com/office/drawing/2014/main" id="{FFBF8362-0DF8-4D6A-891E-240360FFAA2B}"/>
              </a:ext>
            </a:extLst>
          </p:cNvPr>
          <p:cNvSpPr>
            <a:spLocks noGrp="1"/>
          </p:cNvSpPr>
          <p:nvPr>
            <p:ph type="pic" sz="quarter" idx="13"/>
          </p:nvPr>
        </p:nvSpPr>
        <p:spPr/>
        <p:txBody>
          <a:bodyPr/>
          <a:lstStyle/>
          <a:p>
            <a:endParaRPr lang="en-GB" noProof="0" dirty="0"/>
          </a:p>
        </p:txBody>
      </p:sp>
    </p:spTree>
    <p:extLst>
      <p:ext uri="{BB962C8B-B14F-4D97-AF65-F5344CB8AC3E}">
        <p14:creationId xmlns:p14="http://schemas.microsoft.com/office/powerpoint/2010/main" val="1744980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91443E4F-DAC2-4BEA-94F9-F4B8F6B8BC12}"/>
              </a:ext>
            </a:extLst>
          </p:cNvPr>
          <p:cNvSpPr>
            <a:spLocks noGrp="1"/>
          </p:cNvSpPr>
          <p:nvPr>
            <p:ph type="body" sz="quarter" idx="15"/>
          </p:nvPr>
        </p:nvSpPr>
        <p:spPr/>
        <p:txBody>
          <a:bodyPr/>
          <a:lstStyle/>
          <a:p>
            <a:r>
              <a:rPr lang="en-GB" noProof="0" dirty="0"/>
              <a:t> </a:t>
            </a:r>
          </a:p>
        </p:txBody>
      </p:sp>
      <p:sp>
        <p:nvSpPr>
          <p:cNvPr id="4" name="Tijdelijke aanduiding voor afbeelding 3">
            <a:extLst>
              <a:ext uri="{FF2B5EF4-FFF2-40B4-BE49-F238E27FC236}">
                <a16:creationId xmlns:a16="http://schemas.microsoft.com/office/drawing/2014/main" id="{A4C5D31F-0913-4358-A14D-6714623B14FF}"/>
              </a:ext>
            </a:extLst>
          </p:cNvPr>
          <p:cNvSpPr>
            <a:spLocks noGrp="1"/>
          </p:cNvSpPr>
          <p:nvPr>
            <p:ph type="pic" sz="quarter" idx="13"/>
          </p:nvPr>
        </p:nvSpPr>
        <p:spPr/>
        <p:txBody>
          <a:bodyPr/>
          <a:lstStyle/>
          <a:p>
            <a:endParaRPr lang="en-GB" noProof="0" dirty="0"/>
          </a:p>
        </p:txBody>
      </p:sp>
    </p:spTree>
    <p:extLst>
      <p:ext uri="{BB962C8B-B14F-4D97-AF65-F5344CB8AC3E}">
        <p14:creationId xmlns:p14="http://schemas.microsoft.com/office/powerpoint/2010/main" val="4754844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3F9A72-0F2A-4273-BFE1-CA2DE41C1E36}"/>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3" name="Tijdelijke aanduiding voor tekst 2">
            <a:extLst>
              <a:ext uri="{FF2B5EF4-FFF2-40B4-BE49-F238E27FC236}">
                <a16:creationId xmlns:a16="http://schemas.microsoft.com/office/drawing/2014/main" id="{45511A08-F7B3-4181-98C2-E905A7074BDD}"/>
              </a:ext>
            </a:extLst>
          </p:cNvPr>
          <p:cNvSpPr>
            <a:spLocks noGrp="1"/>
          </p:cNvSpPr>
          <p:nvPr>
            <p:ph type="body" sz="quarter" idx="14"/>
          </p:nvPr>
        </p:nvSpPr>
        <p:spPr/>
        <p:txBody>
          <a:bodyPr/>
          <a:lstStyle/>
          <a:p>
            <a:r>
              <a:rPr lang="en-GB" noProof="0" dirty="0"/>
              <a:t> </a:t>
            </a:r>
          </a:p>
        </p:txBody>
      </p:sp>
      <p:sp>
        <p:nvSpPr>
          <p:cNvPr id="4" name="Tijdelijke aanduiding voor tekst 3">
            <a:extLst>
              <a:ext uri="{FF2B5EF4-FFF2-40B4-BE49-F238E27FC236}">
                <a16:creationId xmlns:a16="http://schemas.microsoft.com/office/drawing/2014/main" id="{009D35C3-E1C8-4CE2-9016-2BF779D76C21}"/>
              </a:ext>
            </a:extLst>
          </p:cNvPr>
          <p:cNvSpPr>
            <a:spLocks noGrp="1"/>
          </p:cNvSpPr>
          <p:nvPr>
            <p:ph type="body" sz="quarter" idx="15"/>
          </p:nvPr>
        </p:nvSpPr>
        <p:spPr/>
        <p:txBody>
          <a:bodyPr/>
          <a:lstStyle/>
          <a:p>
            <a:r>
              <a:rPr lang="en-GB" noProof="0" dirty="0"/>
              <a:t> </a:t>
            </a:r>
          </a:p>
        </p:txBody>
      </p:sp>
      <p:sp>
        <p:nvSpPr>
          <p:cNvPr id="6" name="Tijdelijke aanduiding voor afbeelding 5">
            <a:extLst>
              <a:ext uri="{FF2B5EF4-FFF2-40B4-BE49-F238E27FC236}">
                <a16:creationId xmlns:a16="http://schemas.microsoft.com/office/drawing/2014/main" id="{C6DB6AD3-F1F5-4DAA-A668-0005CF6A9EFC}"/>
              </a:ext>
            </a:extLst>
          </p:cNvPr>
          <p:cNvSpPr>
            <a:spLocks noGrp="1"/>
          </p:cNvSpPr>
          <p:nvPr>
            <p:ph type="pic" sz="quarter" idx="17"/>
          </p:nvPr>
        </p:nvSpPr>
        <p:spPr/>
        <p:txBody>
          <a:bodyPr/>
          <a:lstStyle/>
          <a:p>
            <a:endParaRPr lang="en-GB" noProof="0" dirty="0"/>
          </a:p>
        </p:txBody>
      </p:sp>
      <p:sp>
        <p:nvSpPr>
          <p:cNvPr id="8" name="Tijdelijke aanduiding voor afbeelding 7">
            <a:extLst>
              <a:ext uri="{FF2B5EF4-FFF2-40B4-BE49-F238E27FC236}">
                <a16:creationId xmlns:a16="http://schemas.microsoft.com/office/drawing/2014/main" id="{E8F5A87A-0D93-465C-997E-D1AB137F8D60}"/>
              </a:ext>
            </a:extLst>
          </p:cNvPr>
          <p:cNvSpPr>
            <a:spLocks noGrp="1"/>
          </p:cNvSpPr>
          <p:nvPr>
            <p:ph type="pic" sz="quarter" idx="18"/>
          </p:nvPr>
        </p:nvSpPr>
        <p:spPr/>
        <p:txBody>
          <a:bodyPr/>
          <a:lstStyle/>
          <a:p>
            <a:endParaRPr lang="en-GB" noProof="0" dirty="0"/>
          </a:p>
        </p:txBody>
      </p:sp>
      <p:sp>
        <p:nvSpPr>
          <p:cNvPr id="12" name="Tijdelijke aanduiding voor afbeelding 11">
            <a:extLst>
              <a:ext uri="{FF2B5EF4-FFF2-40B4-BE49-F238E27FC236}">
                <a16:creationId xmlns:a16="http://schemas.microsoft.com/office/drawing/2014/main" id="{94F01D5A-E370-4507-B98F-50C33E8F2C30}"/>
              </a:ext>
            </a:extLst>
          </p:cNvPr>
          <p:cNvSpPr>
            <a:spLocks noGrp="1"/>
          </p:cNvSpPr>
          <p:nvPr>
            <p:ph type="pic" sz="quarter" idx="19"/>
          </p:nvPr>
        </p:nvSpPr>
        <p:spPr/>
        <p:txBody>
          <a:bodyPr/>
          <a:lstStyle/>
          <a:p>
            <a:endParaRPr lang="en-GB" noProof="0" dirty="0"/>
          </a:p>
        </p:txBody>
      </p:sp>
    </p:spTree>
    <p:extLst>
      <p:ext uri="{BB962C8B-B14F-4D97-AF65-F5344CB8AC3E}">
        <p14:creationId xmlns:p14="http://schemas.microsoft.com/office/powerpoint/2010/main" val="56860121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FEA7B5-2D3B-47A0-B529-1DEEABF37A26}"/>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3" name="Tijdelijke aanduiding voor datum 2">
            <a:extLst>
              <a:ext uri="{FF2B5EF4-FFF2-40B4-BE49-F238E27FC236}">
                <a16:creationId xmlns:a16="http://schemas.microsoft.com/office/drawing/2014/main" id="{B55757F8-03A6-42A2-BA8D-B85A2DCB9AC6}"/>
              </a:ext>
            </a:extLst>
          </p:cNvPr>
          <p:cNvSpPr>
            <a:spLocks noGrp="1"/>
          </p:cNvSpPr>
          <p:nvPr>
            <p:ph type="dt" sz="half" idx="10"/>
          </p:nvPr>
        </p:nvSpPr>
        <p:spPr/>
        <p:txBody>
          <a:bodyPr/>
          <a:lstStyle/>
          <a:p>
            <a:fld id="{731CD031-FC28-41D7-9493-FCE2B056A56B}" type="datetime4">
              <a:rPr lang="en-GB" noProof="0" smtClean="0"/>
              <a:t>9 december 2025</a:t>
            </a:fld>
            <a:endParaRPr lang="en-GB" noProof="0" dirty="0"/>
          </a:p>
        </p:txBody>
      </p:sp>
      <p:sp>
        <p:nvSpPr>
          <p:cNvPr id="4" name="Tijdelijke aanduiding voor voettekst 3">
            <a:extLst>
              <a:ext uri="{FF2B5EF4-FFF2-40B4-BE49-F238E27FC236}">
                <a16:creationId xmlns:a16="http://schemas.microsoft.com/office/drawing/2014/main" id="{FD2646C6-8C0B-4D75-9E23-FFC73EA4965B}"/>
              </a:ext>
            </a:extLst>
          </p:cNvPr>
          <p:cNvSpPr>
            <a:spLocks noGrp="1"/>
          </p:cNvSpPr>
          <p:nvPr>
            <p:ph type="ftr" sz="quarter" idx="11"/>
          </p:nvPr>
        </p:nvSpPr>
        <p:spPr/>
        <p:txBody>
          <a:bodyPr/>
          <a:lstStyle/>
          <a:p>
            <a:endParaRPr lang="en-GB" noProof="0" dirty="0"/>
          </a:p>
        </p:txBody>
      </p:sp>
      <p:sp>
        <p:nvSpPr>
          <p:cNvPr id="5" name="Tijdelijke aanduiding voor dianummer 4">
            <a:extLst>
              <a:ext uri="{FF2B5EF4-FFF2-40B4-BE49-F238E27FC236}">
                <a16:creationId xmlns:a16="http://schemas.microsoft.com/office/drawing/2014/main" id="{8AE53FAB-5878-408C-A2BC-B12638E09463}"/>
              </a:ext>
            </a:extLst>
          </p:cNvPr>
          <p:cNvSpPr>
            <a:spLocks noGrp="1"/>
          </p:cNvSpPr>
          <p:nvPr>
            <p:ph type="sldNum" sz="quarter" idx="12"/>
          </p:nvPr>
        </p:nvSpPr>
        <p:spPr/>
        <p:txBody>
          <a:bodyPr/>
          <a:lstStyle/>
          <a:p>
            <a:fld id="{D7B5DC5B-6873-43DB-ADC7-B15ACCE0DFDB}" type="slidenum">
              <a:rPr lang="en-GB" noProof="0" smtClean="0"/>
              <a:t>17</a:t>
            </a:fld>
            <a:endParaRPr lang="en-GB" noProof="0" dirty="0"/>
          </a:p>
        </p:txBody>
      </p:sp>
      <p:sp>
        <p:nvSpPr>
          <p:cNvPr id="6" name="Tijdelijke aanduiding voor tekst 5">
            <a:extLst>
              <a:ext uri="{FF2B5EF4-FFF2-40B4-BE49-F238E27FC236}">
                <a16:creationId xmlns:a16="http://schemas.microsoft.com/office/drawing/2014/main" id="{5F048BF3-6906-4262-95EC-E5F30D728AB2}"/>
              </a:ext>
            </a:extLst>
          </p:cNvPr>
          <p:cNvSpPr>
            <a:spLocks noGrp="1"/>
          </p:cNvSpPr>
          <p:nvPr>
            <p:ph type="body" sz="quarter" idx="14"/>
          </p:nvPr>
        </p:nvSpPr>
        <p:spPr/>
        <p:txBody>
          <a:bodyPr/>
          <a:lstStyle/>
          <a:p>
            <a:r>
              <a:rPr lang="en-GB" noProof="0" dirty="0"/>
              <a:t> </a:t>
            </a:r>
          </a:p>
        </p:txBody>
      </p:sp>
      <p:sp>
        <p:nvSpPr>
          <p:cNvPr id="7" name="Tijdelijke aanduiding voor tekst 6">
            <a:extLst>
              <a:ext uri="{FF2B5EF4-FFF2-40B4-BE49-F238E27FC236}">
                <a16:creationId xmlns:a16="http://schemas.microsoft.com/office/drawing/2014/main" id="{CFCCC7A9-0ADC-498E-96D3-8DA36B50BB99}"/>
              </a:ext>
            </a:extLst>
          </p:cNvPr>
          <p:cNvSpPr>
            <a:spLocks noGrp="1"/>
          </p:cNvSpPr>
          <p:nvPr>
            <p:ph type="body" sz="quarter" idx="15"/>
          </p:nvPr>
        </p:nvSpPr>
        <p:spPr/>
        <p:txBody>
          <a:bodyPr/>
          <a:lstStyle/>
          <a:p>
            <a:r>
              <a:rPr lang="en-GB" noProof="0" dirty="0"/>
              <a:t> </a:t>
            </a:r>
          </a:p>
        </p:txBody>
      </p:sp>
      <p:sp>
        <p:nvSpPr>
          <p:cNvPr id="11" name="Tijdelijke aanduiding voor tekst 10">
            <a:extLst>
              <a:ext uri="{FF2B5EF4-FFF2-40B4-BE49-F238E27FC236}">
                <a16:creationId xmlns:a16="http://schemas.microsoft.com/office/drawing/2014/main" id="{F4F758F0-7A8A-4F23-A0A2-14B8AF15444B}"/>
              </a:ext>
            </a:extLst>
          </p:cNvPr>
          <p:cNvSpPr>
            <a:spLocks noGrp="1"/>
          </p:cNvSpPr>
          <p:nvPr>
            <p:ph type="body" sz="quarter" idx="16"/>
          </p:nvPr>
        </p:nvSpPr>
        <p:spPr/>
        <p:txBody>
          <a:bodyPr/>
          <a:lstStyle/>
          <a:p>
            <a:r>
              <a:rPr lang="en-GB" noProof="0" dirty="0"/>
              <a:t> </a:t>
            </a:r>
          </a:p>
        </p:txBody>
      </p:sp>
      <p:sp>
        <p:nvSpPr>
          <p:cNvPr id="12" name="Tijdelijke aanduiding voor tekst 11">
            <a:extLst>
              <a:ext uri="{FF2B5EF4-FFF2-40B4-BE49-F238E27FC236}">
                <a16:creationId xmlns:a16="http://schemas.microsoft.com/office/drawing/2014/main" id="{30F58215-450C-4898-89FD-6150929984AC}"/>
              </a:ext>
            </a:extLst>
          </p:cNvPr>
          <p:cNvSpPr>
            <a:spLocks noGrp="1"/>
          </p:cNvSpPr>
          <p:nvPr>
            <p:ph type="body" sz="quarter" idx="20"/>
          </p:nvPr>
        </p:nvSpPr>
        <p:spPr/>
        <p:txBody>
          <a:bodyPr/>
          <a:lstStyle/>
          <a:p>
            <a:r>
              <a:rPr lang="en-GB" noProof="0" dirty="0"/>
              <a:t> </a:t>
            </a:r>
          </a:p>
        </p:txBody>
      </p:sp>
      <p:sp>
        <p:nvSpPr>
          <p:cNvPr id="13" name="Tijdelijke aanduiding voor tekst 12">
            <a:extLst>
              <a:ext uri="{FF2B5EF4-FFF2-40B4-BE49-F238E27FC236}">
                <a16:creationId xmlns:a16="http://schemas.microsoft.com/office/drawing/2014/main" id="{4405B6C9-5A65-4088-AEB7-2AAE3FD65F4B}"/>
              </a:ext>
            </a:extLst>
          </p:cNvPr>
          <p:cNvSpPr>
            <a:spLocks noGrp="1"/>
          </p:cNvSpPr>
          <p:nvPr>
            <p:ph type="body" sz="quarter" idx="21"/>
          </p:nvPr>
        </p:nvSpPr>
        <p:spPr/>
        <p:txBody>
          <a:bodyPr/>
          <a:lstStyle/>
          <a:p>
            <a:r>
              <a:rPr lang="en-GB" noProof="0" dirty="0"/>
              <a:t> </a:t>
            </a:r>
          </a:p>
        </p:txBody>
      </p:sp>
      <p:sp>
        <p:nvSpPr>
          <p:cNvPr id="14" name="Tijdelijke aanduiding voor verticale tekst 13">
            <a:extLst>
              <a:ext uri="{FF2B5EF4-FFF2-40B4-BE49-F238E27FC236}">
                <a16:creationId xmlns:a16="http://schemas.microsoft.com/office/drawing/2014/main" id="{1768B067-959C-4036-A4CF-B49555147C99}"/>
              </a:ext>
            </a:extLst>
          </p:cNvPr>
          <p:cNvSpPr>
            <a:spLocks noGrp="1"/>
          </p:cNvSpPr>
          <p:nvPr>
            <p:ph type="body" orient="vert" idx="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 </a:t>
            </a:r>
            <a:r>
              <a:rPr lang="en-GB" noProof="0" dirty="0" err="1"/>
              <a:t>Fusce</a:t>
            </a:r>
            <a:r>
              <a:rPr lang="en-GB" noProof="0" dirty="0"/>
              <a:t> </a:t>
            </a:r>
            <a:r>
              <a:rPr lang="en-GB" noProof="0" dirty="0" err="1"/>
              <a:t>posuere</a:t>
            </a:r>
            <a:r>
              <a:rPr lang="en-GB" noProof="0" dirty="0"/>
              <a:t>, magna </a:t>
            </a:r>
            <a:r>
              <a:rPr lang="en-GB" noProof="0" dirty="0" err="1"/>
              <a:t>sed</a:t>
            </a:r>
            <a:r>
              <a:rPr lang="en-GB" noProof="0" dirty="0"/>
              <a:t> pulvinar </a:t>
            </a:r>
            <a:r>
              <a:rPr lang="en-GB" noProof="0" dirty="0" err="1"/>
              <a:t>ultricies</a:t>
            </a:r>
            <a:r>
              <a:rPr lang="en-GB" noProof="0" dirty="0"/>
              <a:t>, </a:t>
            </a:r>
            <a:r>
              <a:rPr lang="en-GB" noProof="0" dirty="0" err="1"/>
              <a:t>purus</a:t>
            </a:r>
            <a:r>
              <a:rPr lang="en-GB" noProof="0" dirty="0"/>
              <a:t> </a:t>
            </a:r>
            <a:r>
              <a:rPr lang="en-GB" noProof="0" dirty="0" err="1"/>
              <a:t>lectus</a:t>
            </a:r>
            <a:r>
              <a:rPr lang="en-GB" noProof="0" dirty="0"/>
              <a:t> </a:t>
            </a:r>
            <a:r>
              <a:rPr lang="en-GB" noProof="0" dirty="0" err="1"/>
              <a:t>malesuada</a:t>
            </a:r>
            <a:r>
              <a:rPr lang="en-GB" noProof="0" dirty="0"/>
              <a:t> libero, sit </a:t>
            </a:r>
            <a:r>
              <a:rPr lang="en-GB" noProof="0" dirty="0" err="1"/>
              <a:t>amet</a:t>
            </a:r>
            <a:r>
              <a:rPr lang="en-GB" noProof="0" dirty="0"/>
              <a:t> </a:t>
            </a:r>
            <a:r>
              <a:rPr lang="en-GB" noProof="0" dirty="0" err="1"/>
              <a:t>commodo</a:t>
            </a:r>
            <a:r>
              <a:rPr lang="en-GB" noProof="0" dirty="0"/>
              <a:t> magna eros </a:t>
            </a:r>
            <a:r>
              <a:rPr lang="en-GB" noProof="0" dirty="0" err="1"/>
              <a:t>quis</a:t>
            </a:r>
            <a:r>
              <a:rPr lang="en-GB" noProof="0" dirty="0"/>
              <a:t> </a:t>
            </a:r>
            <a:r>
              <a:rPr lang="en-GB" noProof="0" dirty="0" err="1"/>
              <a:t>urna</a:t>
            </a:r>
            <a:r>
              <a:rPr lang="en-GB" noProof="0" dirty="0"/>
              <a:t>.</a:t>
            </a:r>
          </a:p>
        </p:txBody>
      </p:sp>
      <p:sp>
        <p:nvSpPr>
          <p:cNvPr id="15" name="Tijdelijke aanduiding voor verticale tekst 14">
            <a:extLst>
              <a:ext uri="{FF2B5EF4-FFF2-40B4-BE49-F238E27FC236}">
                <a16:creationId xmlns:a16="http://schemas.microsoft.com/office/drawing/2014/main" id="{56B7CCC8-C14B-4CE8-890B-A0731CBB60D1}"/>
              </a:ext>
            </a:extLst>
          </p:cNvPr>
          <p:cNvSpPr>
            <a:spLocks noGrp="1"/>
          </p:cNvSpPr>
          <p:nvPr>
            <p:ph type="body" orient="vert" idx="22"/>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 </a:t>
            </a:r>
            <a:r>
              <a:rPr lang="en-GB" noProof="0" dirty="0" err="1"/>
              <a:t>Fusce</a:t>
            </a:r>
            <a:r>
              <a:rPr lang="en-GB" noProof="0" dirty="0"/>
              <a:t> </a:t>
            </a:r>
            <a:r>
              <a:rPr lang="en-GB" noProof="0" dirty="0" err="1"/>
              <a:t>posuere</a:t>
            </a:r>
            <a:r>
              <a:rPr lang="en-GB" noProof="0" dirty="0"/>
              <a:t>, magna </a:t>
            </a:r>
            <a:r>
              <a:rPr lang="en-GB" noProof="0" dirty="0" err="1"/>
              <a:t>sed</a:t>
            </a:r>
            <a:r>
              <a:rPr lang="en-GB" noProof="0" dirty="0"/>
              <a:t> pulvinar </a:t>
            </a:r>
            <a:r>
              <a:rPr lang="en-GB" noProof="0" dirty="0" err="1"/>
              <a:t>ultricies</a:t>
            </a:r>
            <a:r>
              <a:rPr lang="en-GB" noProof="0" dirty="0"/>
              <a:t>, </a:t>
            </a:r>
            <a:r>
              <a:rPr lang="en-GB" noProof="0" dirty="0" err="1"/>
              <a:t>purus</a:t>
            </a:r>
            <a:r>
              <a:rPr lang="en-GB" noProof="0" dirty="0"/>
              <a:t> </a:t>
            </a:r>
            <a:r>
              <a:rPr lang="en-GB" noProof="0" dirty="0" err="1"/>
              <a:t>lectus</a:t>
            </a:r>
            <a:r>
              <a:rPr lang="en-GB" noProof="0" dirty="0"/>
              <a:t> </a:t>
            </a:r>
            <a:r>
              <a:rPr lang="en-GB" noProof="0" dirty="0" err="1"/>
              <a:t>malesuada</a:t>
            </a:r>
            <a:r>
              <a:rPr lang="en-GB" noProof="0" dirty="0"/>
              <a:t> libero, sit </a:t>
            </a:r>
            <a:r>
              <a:rPr lang="en-GB" noProof="0" dirty="0" err="1"/>
              <a:t>amet</a:t>
            </a:r>
            <a:r>
              <a:rPr lang="en-GB" noProof="0" dirty="0"/>
              <a:t> </a:t>
            </a:r>
            <a:r>
              <a:rPr lang="en-GB" noProof="0" dirty="0" err="1"/>
              <a:t>commodo</a:t>
            </a:r>
            <a:r>
              <a:rPr lang="en-GB" noProof="0" dirty="0"/>
              <a:t> magna eros </a:t>
            </a:r>
            <a:r>
              <a:rPr lang="en-GB" noProof="0" dirty="0" err="1"/>
              <a:t>quis</a:t>
            </a:r>
            <a:r>
              <a:rPr lang="en-GB" noProof="0" dirty="0"/>
              <a:t> </a:t>
            </a:r>
            <a:r>
              <a:rPr lang="en-GB" noProof="0" dirty="0" err="1"/>
              <a:t>urna</a:t>
            </a:r>
            <a:r>
              <a:rPr lang="en-GB" noProof="0" dirty="0"/>
              <a:t>.</a:t>
            </a:r>
          </a:p>
        </p:txBody>
      </p:sp>
      <p:sp>
        <p:nvSpPr>
          <p:cNvPr id="16" name="Tijdelijke aanduiding voor verticale tekst 15">
            <a:extLst>
              <a:ext uri="{FF2B5EF4-FFF2-40B4-BE49-F238E27FC236}">
                <a16:creationId xmlns:a16="http://schemas.microsoft.com/office/drawing/2014/main" id="{C24DA1F1-3D01-466B-A5A7-DB0609B9DB73}"/>
              </a:ext>
            </a:extLst>
          </p:cNvPr>
          <p:cNvSpPr>
            <a:spLocks noGrp="1"/>
          </p:cNvSpPr>
          <p:nvPr>
            <p:ph type="body" orient="vert" idx="23"/>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 </a:t>
            </a:r>
            <a:r>
              <a:rPr lang="en-GB" noProof="0" dirty="0" err="1"/>
              <a:t>Fusce</a:t>
            </a:r>
            <a:r>
              <a:rPr lang="en-GB" noProof="0" dirty="0"/>
              <a:t> </a:t>
            </a:r>
            <a:r>
              <a:rPr lang="en-GB" noProof="0" dirty="0" err="1"/>
              <a:t>posuere</a:t>
            </a:r>
            <a:r>
              <a:rPr lang="en-GB" noProof="0" dirty="0"/>
              <a:t>, magna </a:t>
            </a:r>
            <a:r>
              <a:rPr lang="en-GB" noProof="0" dirty="0" err="1"/>
              <a:t>sed</a:t>
            </a:r>
            <a:r>
              <a:rPr lang="en-GB" noProof="0" dirty="0"/>
              <a:t> pulvinar </a:t>
            </a:r>
            <a:r>
              <a:rPr lang="en-GB" noProof="0" dirty="0" err="1"/>
              <a:t>ultricies</a:t>
            </a:r>
            <a:r>
              <a:rPr lang="en-GB" noProof="0" dirty="0"/>
              <a:t>, </a:t>
            </a:r>
            <a:r>
              <a:rPr lang="en-GB" noProof="0" dirty="0" err="1"/>
              <a:t>purus</a:t>
            </a:r>
            <a:r>
              <a:rPr lang="en-GB" noProof="0" dirty="0"/>
              <a:t> </a:t>
            </a:r>
            <a:r>
              <a:rPr lang="en-GB" noProof="0" dirty="0" err="1"/>
              <a:t>lectus</a:t>
            </a:r>
            <a:r>
              <a:rPr lang="en-GB" noProof="0" dirty="0"/>
              <a:t> </a:t>
            </a:r>
            <a:r>
              <a:rPr lang="en-GB" noProof="0" dirty="0" err="1"/>
              <a:t>malesuada</a:t>
            </a:r>
            <a:r>
              <a:rPr lang="en-GB" noProof="0" dirty="0"/>
              <a:t> libero, sit </a:t>
            </a:r>
            <a:r>
              <a:rPr lang="en-GB" noProof="0" dirty="0" err="1"/>
              <a:t>amet</a:t>
            </a:r>
            <a:r>
              <a:rPr lang="en-GB" noProof="0" dirty="0"/>
              <a:t> </a:t>
            </a:r>
            <a:r>
              <a:rPr lang="en-GB" noProof="0" dirty="0" err="1"/>
              <a:t>commodo</a:t>
            </a:r>
            <a:r>
              <a:rPr lang="en-GB" noProof="0" dirty="0"/>
              <a:t> magna eros </a:t>
            </a:r>
            <a:r>
              <a:rPr lang="en-GB" noProof="0" dirty="0" err="1"/>
              <a:t>quis</a:t>
            </a:r>
            <a:r>
              <a:rPr lang="en-GB" noProof="0" dirty="0"/>
              <a:t> </a:t>
            </a:r>
            <a:r>
              <a:rPr lang="en-GB" noProof="0" dirty="0" err="1"/>
              <a:t>urna</a:t>
            </a:r>
            <a:r>
              <a:rPr lang="en-GB" noProof="0" dirty="0"/>
              <a:t>.</a:t>
            </a:r>
          </a:p>
        </p:txBody>
      </p:sp>
      <p:sp>
        <p:nvSpPr>
          <p:cNvPr id="17" name="Tijdelijke aanduiding voor verticale tekst 16">
            <a:extLst>
              <a:ext uri="{FF2B5EF4-FFF2-40B4-BE49-F238E27FC236}">
                <a16:creationId xmlns:a16="http://schemas.microsoft.com/office/drawing/2014/main" id="{99179420-04B9-4A4C-A7AC-305B718AA789}"/>
              </a:ext>
            </a:extLst>
          </p:cNvPr>
          <p:cNvSpPr>
            <a:spLocks noGrp="1"/>
          </p:cNvSpPr>
          <p:nvPr>
            <p:ph type="body" orient="vert" idx="24"/>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18" name="Tijdelijke aanduiding voor verticale tekst 17">
            <a:extLst>
              <a:ext uri="{FF2B5EF4-FFF2-40B4-BE49-F238E27FC236}">
                <a16:creationId xmlns:a16="http://schemas.microsoft.com/office/drawing/2014/main" id="{3144CB26-D3A3-4369-A6BA-782D5BE2BDDD}"/>
              </a:ext>
            </a:extLst>
          </p:cNvPr>
          <p:cNvSpPr>
            <a:spLocks noGrp="1"/>
          </p:cNvSpPr>
          <p:nvPr>
            <p:ph type="body" orient="vert" idx="25"/>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19" name="Tijdelijke aanduiding voor verticale tekst 18">
            <a:extLst>
              <a:ext uri="{FF2B5EF4-FFF2-40B4-BE49-F238E27FC236}">
                <a16:creationId xmlns:a16="http://schemas.microsoft.com/office/drawing/2014/main" id="{8B5C0AF8-5648-4012-947E-38D97EC91B6B}"/>
              </a:ext>
            </a:extLst>
          </p:cNvPr>
          <p:cNvSpPr>
            <a:spLocks noGrp="1"/>
          </p:cNvSpPr>
          <p:nvPr>
            <p:ph type="body" orient="vert" idx="26"/>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9" name="Tijdelijke aanduiding voor afbeelding 8">
            <a:extLst>
              <a:ext uri="{FF2B5EF4-FFF2-40B4-BE49-F238E27FC236}">
                <a16:creationId xmlns:a16="http://schemas.microsoft.com/office/drawing/2014/main" id="{ADE9FD17-590F-49D5-979B-5694C2473D51}"/>
              </a:ext>
            </a:extLst>
          </p:cNvPr>
          <p:cNvSpPr>
            <a:spLocks noGrp="1"/>
          </p:cNvSpPr>
          <p:nvPr>
            <p:ph type="pic" sz="quarter" idx="17"/>
          </p:nvPr>
        </p:nvSpPr>
        <p:spPr/>
        <p:txBody>
          <a:bodyPr/>
          <a:lstStyle/>
          <a:p>
            <a:endParaRPr lang="en-GB" noProof="0" dirty="0"/>
          </a:p>
        </p:txBody>
      </p:sp>
      <p:sp>
        <p:nvSpPr>
          <p:cNvPr id="20" name="Tijdelijke aanduiding voor afbeelding 19">
            <a:extLst>
              <a:ext uri="{FF2B5EF4-FFF2-40B4-BE49-F238E27FC236}">
                <a16:creationId xmlns:a16="http://schemas.microsoft.com/office/drawing/2014/main" id="{9BE56879-F776-4AB1-B0CF-78E13838F969}"/>
              </a:ext>
            </a:extLst>
          </p:cNvPr>
          <p:cNvSpPr>
            <a:spLocks noGrp="1"/>
          </p:cNvSpPr>
          <p:nvPr>
            <p:ph type="pic" sz="quarter" idx="18"/>
          </p:nvPr>
        </p:nvSpPr>
        <p:spPr/>
        <p:txBody>
          <a:bodyPr/>
          <a:lstStyle/>
          <a:p>
            <a:endParaRPr lang="en-GB" noProof="0" dirty="0"/>
          </a:p>
        </p:txBody>
      </p:sp>
      <p:sp>
        <p:nvSpPr>
          <p:cNvPr id="24" name="Tijdelijke aanduiding voor afbeelding 23">
            <a:extLst>
              <a:ext uri="{FF2B5EF4-FFF2-40B4-BE49-F238E27FC236}">
                <a16:creationId xmlns:a16="http://schemas.microsoft.com/office/drawing/2014/main" id="{C7B0E076-0F00-43F5-BD87-A89CA7ED9466}"/>
              </a:ext>
            </a:extLst>
          </p:cNvPr>
          <p:cNvSpPr>
            <a:spLocks noGrp="1"/>
          </p:cNvSpPr>
          <p:nvPr>
            <p:ph type="pic" sz="quarter" idx="19"/>
          </p:nvPr>
        </p:nvSpPr>
        <p:spPr/>
        <p:txBody>
          <a:bodyPr/>
          <a:lstStyle/>
          <a:p>
            <a:endParaRPr lang="en-GB" noProof="0" dirty="0"/>
          </a:p>
        </p:txBody>
      </p:sp>
    </p:spTree>
    <p:extLst>
      <p:ext uri="{BB962C8B-B14F-4D97-AF65-F5344CB8AC3E}">
        <p14:creationId xmlns:p14="http://schemas.microsoft.com/office/powerpoint/2010/main" val="21124721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20721BD-648B-4D91-91ED-7BAF677EE572}"/>
              </a:ext>
            </a:extLst>
          </p:cNvPr>
          <p:cNvSpPr>
            <a:spLocks noGrp="1"/>
          </p:cNvSpPr>
          <p:nvPr>
            <p:ph type="body" sz="quarter" idx="16"/>
          </p:nvPr>
        </p:nvSpPr>
        <p:spPr/>
        <p:txBody>
          <a:bodyPr/>
          <a:lstStyle/>
          <a:p>
            <a:endParaRPr lang="en-GB" noProof="0" dirty="0"/>
          </a:p>
        </p:txBody>
      </p:sp>
      <p:sp>
        <p:nvSpPr>
          <p:cNvPr id="3" name="Titel 2">
            <a:extLst>
              <a:ext uri="{FF2B5EF4-FFF2-40B4-BE49-F238E27FC236}">
                <a16:creationId xmlns:a16="http://schemas.microsoft.com/office/drawing/2014/main" id="{08425593-2971-420F-9A53-4103E5A87345}"/>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4" name="Tijdelijke aanduiding voor datum 3">
            <a:extLst>
              <a:ext uri="{FF2B5EF4-FFF2-40B4-BE49-F238E27FC236}">
                <a16:creationId xmlns:a16="http://schemas.microsoft.com/office/drawing/2014/main" id="{F38C3677-5577-46ED-AE46-F3902CED584F}"/>
              </a:ext>
            </a:extLst>
          </p:cNvPr>
          <p:cNvSpPr>
            <a:spLocks noGrp="1"/>
          </p:cNvSpPr>
          <p:nvPr>
            <p:ph type="dt" sz="half" idx="10"/>
          </p:nvPr>
        </p:nvSpPr>
        <p:spPr/>
        <p:txBody>
          <a:bodyPr/>
          <a:lstStyle/>
          <a:p>
            <a:fld id="{731CD031-FC28-41D7-9493-FCE2B056A56B}" type="datetime4">
              <a:rPr lang="en-GB" noProof="0" smtClean="0"/>
              <a:t>9 december 2025</a:t>
            </a:fld>
            <a:endParaRPr lang="en-GB" noProof="0" dirty="0"/>
          </a:p>
        </p:txBody>
      </p:sp>
      <p:sp>
        <p:nvSpPr>
          <p:cNvPr id="5" name="Tijdelijke aanduiding voor voettekst 4">
            <a:extLst>
              <a:ext uri="{FF2B5EF4-FFF2-40B4-BE49-F238E27FC236}">
                <a16:creationId xmlns:a16="http://schemas.microsoft.com/office/drawing/2014/main" id="{B8F19F0D-BF2E-4BC1-A0B8-227DFE7C92E4}"/>
              </a:ext>
            </a:extLst>
          </p:cNvPr>
          <p:cNvSpPr>
            <a:spLocks noGrp="1"/>
          </p:cNvSpPr>
          <p:nvPr>
            <p:ph type="ftr" sz="quarter" idx="11"/>
          </p:nvPr>
        </p:nvSpPr>
        <p:spPr/>
        <p:txBody>
          <a:bodyPr/>
          <a:lstStyle/>
          <a:p>
            <a:endParaRPr lang="en-GB" noProof="0" dirty="0"/>
          </a:p>
        </p:txBody>
      </p:sp>
      <p:sp>
        <p:nvSpPr>
          <p:cNvPr id="6" name="Tijdelijke aanduiding voor dianummer 5">
            <a:extLst>
              <a:ext uri="{FF2B5EF4-FFF2-40B4-BE49-F238E27FC236}">
                <a16:creationId xmlns:a16="http://schemas.microsoft.com/office/drawing/2014/main" id="{C4CF0C70-FFDF-4958-A395-C7C7A3433AE9}"/>
              </a:ext>
            </a:extLst>
          </p:cNvPr>
          <p:cNvSpPr>
            <a:spLocks noGrp="1"/>
          </p:cNvSpPr>
          <p:nvPr>
            <p:ph type="sldNum" sz="quarter" idx="12"/>
          </p:nvPr>
        </p:nvSpPr>
        <p:spPr/>
        <p:txBody>
          <a:bodyPr/>
          <a:lstStyle/>
          <a:p>
            <a:fld id="{D7B5DC5B-6873-43DB-ADC7-B15ACCE0DFDB}" type="slidenum">
              <a:rPr lang="en-GB" noProof="0" smtClean="0"/>
              <a:t>18</a:t>
            </a:fld>
            <a:endParaRPr lang="en-GB" noProof="0" dirty="0"/>
          </a:p>
        </p:txBody>
      </p:sp>
      <p:sp>
        <p:nvSpPr>
          <p:cNvPr id="7" name="Tijdelijke aanduiding voor tekst 6">
            <a:extLst>
              <a:ext uri="{FF2B5EF4-FFF2-40B4-BE49-F238E27FC236}">
                <a16:creationId xmlns:a16="http://schemas.microsoft.com/office/drawing/2014/main" id="{57A0594F-A7FC-44AB-AC71-87D1B808E80D}"/>
              </a:ext>
            </a:extLst>
          </p:cNvPr>
          <p:cNvSpPr>
            <a:spLocks noGrp="1"/>
          </p:cNvSpPr>
          <p:nvPr>
            <p:ph type="body" sz="quarter" idx="14"/>
          </p:nvPr>
        </p:nvSpPr>
        <p:spPr/>
        <p:txBody>
          <a:bodyPr/>
          <a:lstStyle/>
          <a:p>
            <a:r>
              <a:rPr lang="en-GB" noProof="0" dirty="0"/>
              <a:t> </a:t>
            </a:r>
          </a:p>
        </p:txBody>
      </p:sp>
      <p:sp>
        <p:nvSpPr>
          <p:cNvPr id="8" name="Tijdelijke aanduiding voor tekst 7">
            <a:extLst>
              <a:ext uri="{FF2B5EF4-FFF2-40B4-BE49-F238E27FC236}">
                <a16:creationId xmlns:a16="http://schemas.microsoft.com/office/drawing/2014/main" id="{3169735F-64B7-435B-A0FE-04D28A6A1638}"/>
              </a:ext>
            </a:extLst>
          </p:cNvPr>
          <p:cNvSpPr>
            <a:spLocks noGrp="1"/>
          </p:cNvSpPr>
          <p:nvPr>
            <p:ph type="body" sz="quarter" idx="15"/>
          </p:nvPr>
        </p:nvSpPr>
        <p:spPr/>
        <p:txBody>
          <a:bodyPr/>
          <a:lstStyle/>
          <a:p>
            <a:r>
              <a:rPr lang="en-GB" noProof="0" dirty="0"/>
              <a:t> </a:t>
            </a:r>
          </a:p>
        </p:txBody>
      </p:sp>
      <p:sp>
        <p:nvSpPr>
          <p:cNvPr id="10" name="Tijdelijke aanduiding voor verticale tekst 9">
            <a:extLst>
              <a:ext uri="{FF2B5EF4-FFF2-40B4-BE49-F238E27FC236}">
                <a16:creationId xmlns:a16="http://schemas.microsoft.com/office/drawing/2014/main" id="{2AFDD340-ED42-42A7-8685-090B63194AE4}"/>
              </a:ext>
            </a:extLst>
          </p:cNvPr>
          <p:cNvSpPr>
            <a:spLocks noGrp="1"/>
          </p:cNvSpPr>
          <p:nvPr>
            <p:ph type="body" orient="vert" idx="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1" name="Tijdelijke aanduiding voor verticale tekst 10">
            <a:extLst>
              <a:ext uri="{FF2B5EF4-FFF2-40B4-BE49-F238E27FC236}">
                <a16:creationId xmlns:a16="http://schemas.microsoft.com/office/drawing/2014/main" id="{778A7A7A-5A18-4740-9E01-1E01FFDBF8DE}"/>
              </a:ext>
            </a:extLst>
          </p:cNvPr>
          <p:cNvSpPr>
            <a:spLocks noGrp="1"/>
          </p:cNvSpPr>
          <p:nvPr>
            <p:ph type="body" orient="vert" idx="24"/>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12" name="Tijdelijke aanduiding voor tekst 11">
            <a:extLst>
              <a:ext uri="{FF2B5EF4-FFF2-40B4-BE49-F238E27FC236}">
                <a16:creationId xmlns:a16="http://schemas.microsoft.com/office/drawing/2014/main" id="{EA2F5A88-FA8B-4DEC-BAA4-5D9CF62E64C2}"/>
              </a:ext>
            </a:extLst>
          </p:cNvPr>
          <p:cNvSpPr>
            <a:spLocks noGrp="1"/>
          </p:cNvSpPr>
          <p:nvPr>
            <p:ph type="body" sz="quarter" idx="25"/>
          </p:nvPr>
        </p:nvSpPr>
        <p:spPr/>
        <p:txBody>
          <a:bodyPr/>
          <a:lstStyle/>
          <a:p>
            <a:endParaRPr lang="en-GB" noProof="0" dirty="0"/>
          </a:p>
        </p:txBody>
      </p:sp>
      <p:sp>
        <p:nvSpPr>
          <p:cNvPr id="14" name="Tijdelijke aanduiding voor verticale tekst 13">
            <a:extLst>
              <a:ext uri="{FF2B5EF4-FFF2-40B4-BE49-F238E27FC236}">
                <a16:creationId xmlns:a16="http://schemas.microsoft.com/office/drawing/2014/main" id="{40525504-48E9-4936-8FC7-D5892CB9CD99}"/>
              </a:ext>
            </a:extLst>
          </p:cNvPr>
          <p:cNvSpPr>
            <a:spLocks noGrp="1"/>
          </p:cNvSpPr>
          <p:nvPr>
            <p:ph type="body" orient="vert" idx="27"/>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5" name="Tijdelijke aanduiding voor verticale tekst 14">
            <a:extLst>
              <a:ext uri="{FF2B5EF4-FFF2-40B4-BE49-F238E27FC236}">
                <a16:creationId xmlns:a16="http://schemas.microsoft.com/office/drawing/2014/main" id="{986EA519-9E9C-4318-B656-120AB10B567D}"/>
              </a:ext>
            </a:extLst>
          </p:cNvPr>
          <p:cNvSpPr>
            <a:spLocks noGrp="1"/>
          </p:cNvSpPr>
          <p:nvPr>
            <p:ph type="body" orient="vert" idx="28"/>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16" name="Tijdelijke aanduiding voor tekst 15">
            <a:extLst>
              <a:ext uri="{FF2B5EF4-FFF2-40B4-BE49-F238E27FC236}">
                <a16:creationId xmlns:a16="http://schemas.microsoft.com/office/drawing/2014/main" id="{ECD60229-C2D9-4DBA-AA19-B01B952D4D3C}"/>
              </a:ext>
            </a:extLst>
          </p:cNvPr>
          <p:cNvSpPr>
            <a:spLocks noGrp="1"/>
          </p:cNvSpPr>
          <p:nvPr>
            <p:ph type="body" sz="quarter" idx="29"/>
          </p:nvPr>
        </p:nvSpPr>
        <p:spPr/>
        <p:txBody>
          <a:bodyPr/>
          <a:lstStyle/>
          <a:p>
            <a:endParaRPr lang="en-GB" noProof="0" dirty="0"/>
          </a:p>
        </p:txBody>
      </p:sp>
      <p:sp>
        <p:nvSpPr>
          <p:cNvPr id="18" name="Tijdelijke aanduiding voor verticale tekst 17">
            <a:extLst>
              <a:ext uri="{FF2B5EF4-FFF2-40B4-BE49-F238E27FC236}">
                <a16:creationId xmlns:a16="http://schemas.microsoft.com/office/drawing/2014/main" id="{457A1059-AF42-4789-B0D0-ABA09824FF7E}"/>
              </a:ext>
            </a:extLst>
          </p:cNvPr>
          <p:cNvSpPr>
            <a:spLocks noGrp="1"/>
          </p:cNvSpPr>
          <p:nvPr>
            <p:ph type="body" orient="vert" idx="3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9" name="Tijdelijke aanduiding voor verticale tekst 18">
            <a:extLst>
              <a:ext uri="{FF2B5EF4-FFF2-40B4-BE49-F238E27FC236}">
                <a16:creationId xmlns:a16="http://schemas.microsoft.com/office/drawing/2014/main" id="{E2AEBE5A-89D7-4EB7-B5B6-8C98A84B1967}"/>
              </a:ext>
            </a:extLst>
          </p:cNvPr>
          <p:cNvSpPr>
            <a:spLocks noGrp="1"/>
          </p:cNvSpPr>
          <p:nvPr>
            <p:ph type="body" orient="vert" idx="32"/>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20" name="Tijdelijke aanduiding voor tekst 19">
            <a:extLst>
              <a:ext uri="{FF2B5EF4-FFF2-40B4-BE49-F238E27FC236}">
                <a16:creationId xmlns:a16="http://schemas.microsoft.com/office/drawing/2014/main" id="{55BBA90A-39F0-4CC4-A286-77CDF79FC3B4}"/>
              </a:ext>
            </a:extLst>
          </p:cNvPr>
          <p:cNvSpPr>
            <a:spLocks noGrp="1"/>
          </p:cNvSpPr>
          <p:nvPr>
            <p:ph type="body" sz="quarter" idx="33"/>
          </p:nvPr>
        </p:nvSpPr>
        <p:spPr/>
        <p:txBody>
          <a:bodyPr/>
          <a:lstStyle/>
          <a:p>
            <a:endParaRPr lang="en-GB" noProof="0" dirty="0"/>
          </a:p>
        </p:txBody>
      </p:sp>
      <p:sp>
        <p:nvSpPr>
          <p:cNvPr id="22" name="Tijdelijke aanduiding voor verticale tekst 21">
            <a:extLst>
              <a:ext uri="{FF2B5EF4-FFF2-40B4-BE49-F238E27FC236}">
                <a16:creationId xmlns:a16="http://schemas.microsoft.com/office/drawing/2014/main" id="{209B96A2-72F5-4D43-B278-256D5C7664E0}"/>
              </a:ext>
            </a:extLst>
          </p:cNvPr>
          <p:cNvSpPr>
            <a:spLocks noGrp="1"/>
          </p:cNvSpPr>
          <p:nvPr>
            <p:ph type="body" orient="vert" idx="35"/>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23" name="Tijdelijke aanduiding voor verticale tekst 22">
            <a:extLst>
              <a:ext uri="{FF2B5EF4-FFF2-40B4-BE49-F238E27FC236}">
                <a16:creationId xmlns:a16="http://schemas.microsoft.com/office/drawing/2014/main" id="{E065B070-22BB-49CA-90C9-C8FA013CFE8E}"/>
              </a:ext>
            </a:extLst>
          </p:cNvPr>
          <p:cNvSpPr>
            <a:spLocks noGrp="1"/>
          </p:cNvSpPr>
          <p:nvPr>
            <p:ph type="body" orient="vert" idx="36"/>
          </p:nvPr>
        </p:nvSpPr>
        <p:spPr/>
        <p:txBody>
          <a:bodyPr/>
          <a:lstStyle/>
          <a:p>
            <a:pPr lvl="4"/>
            <a:r>
              <a:rPr lang="en-GB" noProof="0" dirty="0" err="1"/>
              <a:t>Plaats</a:t>
            </a:r>
            <a:r>
              <a:rPr lang="en-GB" noProof="0" dirty="0"/>
              <a:t> </a:t>
            </a:r>
            <a:r>
              <a:rPr lang="en-GB" noProof="0" dirty="0" err="1"/>
              <a:t>hier</a:t>
            </a:r>
            <a:r>
              <a:rPr lang="en-GB" noProof="0" dirty="0"/>
              <a:t> </a:t>
            </a:r>
            <a:r>
              <a:rPr lang="en-GB" noProof="0" dirty="0" err="1"/>
              <a:t>een</a:t>
            </a:r>
            <a:r>
              <a:rPr lang="en-GB" noProof="0" dirty="0"/>
              <a:t> </a:t>
            </a:r>
            <a:r>
              <a:rPr lang="en-GB" noProof="0" dirty="0" err="1"/>
              <a:t>titel</a:t>
            </a:r>
            <a:endParaRPr lang="en-GB" noProof="0" dirty="0"/>
          </a:p>
        </p:txBody>
      </p:sp>
      <p:sp>
        <p:nvSpPr>
          <p:cNvPr id="13" name="Tijdelijke aanduiding voor afbeelding 12">
            <a:extLst>
              <a:ext uri="{FF2B5EF4-FFF2-40B4-BE49-F238E27FC236}">
                <a16:creationId xmlns:a16="http://schemas.microsoft.com/office/drawing/2014/main" id="{6D26566C-0EF4-4136-9486-FD025FCC6A02}"/>
              </a:ext>
            </a:extLst>
          </p:cNvPr>
          <p:cNvSpPr>
            <a:spLocks noGrp="1"/>
          </p:cNvSpPr>
          <p:nvPr>
            <p:ph type="pic" sz="quarter" idx="17"/>
          </p:nvPr>
        </p:nvSpPr>
        <p:spPr/>
        <p:txBody>
          <a:bodyPr/>
          <a:lstStyle/>
          <a:p>
            <a:endParaRPr lang="en-GB" noProof="0" dirty="0"/>
          </a:p>
        </p:txBody>
      </p:sp>
      <p:sp>
        <p:nvSpPr>
          <p:cNvPr id="21" name="Tijdelijke aanduiding voor afbeelding 20">
            <a:extLst>
              <a:ext uri="{FF2B5EF4-FFF2-40B4-BE49-F238E27FC236}">
                <a16:creationId xmlns:a16="http://schemas.microsoft.com/office/drawing/2014/main" id="{1EB7892B-8438-4B0B-A625-746029F29CFB}"/>
              </a:ext>
            </a:extLst>
          </p:cNvPr>
          <p:cNvSpPr>
            <a:spLocks noGrp="1"/>
          </p:cNvSpPr>
          <p:nvPr>
            <p:ph type="pic" sz="quarter" idx="26"/>
          </p:nvPr>
        </p:nvSpPr>
        <p:spPr/>
        <p:txBody>
          <a:bodyPr/>
          <a:lstStyle/>
          <a:p>
            <a:endParaRPr lang="en-GB" noProof="0" dirty="0"/>
          </a:p>
        </p:txBody>
      </p:sp>
      <p:sp>
        <p:nvSpPr>
          <p:cNvPr id="26" name="Tijdelijke aanduiding voor afbeelding 25">
            <a:extLst>
              <a:ext uri="{FF2B5EF4-FFF2-40B4-BE49-F238E27FC236}">
                <a16:creationId xmlns:a16="http://schemas.microsoft.com/office/drawing/2014/main" id="{924F4728-81DC-4DC3-9F87-D61F4E9B8E17}"/>
              </a:ext>
            </a:extLst>
          </p:cNvPr>
          <p:cNvSpPr>
            <a:spLocks noGrp="1"/>
          </p:cNvSpPr>
          <p:nvPr>
            <p:ph type="pic" sz="quarter" idx="34"/>
          </p:nvPr>
        </p:nvSpPr>
        <p:spPr/>
        <p:txBody>
          <a:bodyPr/>
          <a:lstStyle/>
          <a:p>
            <a:endParaRPr lang="en-GB" noProof="0" dirty="0"/>
          </a:p>
        </p:txBody>
      </p:sp>
      <p:sp>
        <p:nvSpPr>
          <p:cNvPr id="30" name="Tijdelijke aanduiding voor afbeelding 29">
            <a:extLst>
              <a:ext uri="{FF2B5EF4-FFF2-40B4-BE49-F238E27FC236}">
                <a16:creationId xmlns:a16="http://schemas.microsoft.com/office/drawing/2014/main" id="{8E4970A4-D03F-46D7-8F4B-2CBB4DE611F8}"/>
              </a:ext>
            </a:extLst>
          </p:cNvPr>
          <p:cNvSpPr>
            <a:spLocks noGrp="1"/>
          </p:cNvSpPr>
          <p:nvPr>
            <p:ph type="pic" sz="quarter" idx="30"/>
          </p:nvPr>
        </p:nvSpPr>
        <p:spPr/>
        <p:txBody>
          <a:bodyPr/>
          <a:lstStyle/>
          <a:p>
            <a:endParaRPr lang="en-GB" noProof="0" dirty="0"/>
          </a:p>
        </p:txBody>
      </p:sp>
    </p:spTree>
    <p:extLst>
      <p:ext uri="{BB962C8B-B14F-4D97-AF65-F5344CB8AC3E}">
        <p14:creationId xmlns:p14="http://schemas.microsoft.com/office/powerpoint/2010/main" val="220372174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62C047-E7C8-41BF-A70C-38C9EA78B6C1}"/>
              </a:ext>
            </a:extLst>
          </p:cNvPr>
          <p:cNvSpPr>
            <a:spLocks noGrp="1"/>
          </p:cNvSpPr>
          <p:nvPr>
            <p:ph type="title"/>
          </p:nvPr>
        </p:nvSpPr>
        <p:spPr/>
        <p:txBody>
          <a:bodyPr/>
          <a:lstStyle/>
          <a:p>
            <a:r>
              <a:rPr lang="en-GB" noProof="0" dirty="0"/>
              <a:t>Even </a:t>
            </a:r>
            <a:r>
              <a:rPr lang="en-GB" noProof="0" dirty="0" err="1"/>
              <a:t>voorstellen</a:t>
            </a:r>
            <a:endParaRPr lang="en-GB" noProof="0" dirty="0"/>
          </a:p>
        </p:txBody>
      </p:sp>
      <p:sp>
        <p:nvSpPr>
          <p:cNvPr id="3" name="Tijdelijke aanduiding voor datum 2">
            <a:extLst>
              <a:ext uri="{FF2B5EF4-FFF2-40B4-BE49-F238E27FC236}">
                <a16:creationId xmlns:a16="http://schemas.microsoft.com/office/drawing/2014/main" id="{23F9DEB2-77AE-4CED-BA5F-6C4AB3632BC3}"/>
              </a:ext>
            </a:extLst>
          </p:cNvPr>
          <p:cNvSpPr>
            <a:spLocks noGrp="1"/>
          </p:cNvSpPr>
          <p:nvPr>
            <p:ph type="dt" sz="half" idx="10"/>
          </p:nvPr>
        </p:nvSpPr>
        <p:spPr/>
        <p:txBody>
          <a:bodyPr/>
          <a:lstStyle/>
          <a:p>
            <a:fld id="{731CD031-FC28-41D7-9493-FCE2B056A56B}" type="datetime4">
              <a:rPr lang="en-GB" noProof="0" smtClean="0"/>
              <a:pPr/>
              <a:t>9 december 2025</a:t>
            </a:fld>
            <a:endParaRPr lang="en-GB" noProof="0" dirty="0"/>
          </a:p>
        </p:txBody>
      </p:sp>
      <p:sp>
        <p:nvSpPr>
          <p:cNvPr id="4" name="Tijdelijke aanduiding voor voettekst 3">
            <a:extLst>
              <a:ext uri="{FF2B5EF4-FFF2-40B4-BE49-F238E27FC236}">
                <a16:creationId xmlns:a16="http://schemas.microsoft.com/office/drawing/2014/main" id="{92351E75-64C7-4156-93F2-4DF24D2CB3D9}"/>
              </a:ext>
            </a:extLst>
          </p:cNvPr>
          <p:cNvSpPr>
            <a:spLocks noGrp="1"/>
          </p:cNvSpPr>
          <p:nvPr>
            <p:ph type="ftr" sz="quarter" idx="11"/>
          </p:nvPr>
        </p:nvSpPr>
        <p:spPr/>
        <p:txBody>
          <a:bodyPr/>
          <a:lstStyle/>
          <a:p>
            <a:endParaRPr lang="en-GB" noProof="0" dirty="0"/>
          </a:p>
        </p:txBody>
      </p:sp>
      <p:sp>
        <p:nvSpPr>
          <p:cNvPr id="5" name="Tijdelijke aanduiding voor dianummer 4">
            <a:extLst>
              <a:ext uri="{FF2B5EF4-FFF2-40B4-BE49-F238E27FC236}">
                <a16:creationId xmlns:a16="http://schemas.microsoft.com/office/drawing/2014/main" id="{1FC65180-4511-4A15-BBAB-A27218E40426}"/>
              </a:ext>
            </a:extLst>
          </p:cNvPr>
          <p:cNvSpPr>
            <a:spLocks noGrp="1"/>
          </p:cNvSpPr>
          <p:nvPr>
            <p:ph type="sldNum" sz="quarter" idx="12"/>
          </p:nvPr>
        </p:nvSpPr>
        <p:spPr/>
        <p:txBody>
          <a:bodyPr/>
          <a:lstStyle/>
          <a:p>
            <a:fld id="{D7B5DC5B-6873-43DB-ADC7-B15ACCE0DFDB}" type="slidenum">
              <a:rPr lang="en-GB" noProof="0" smtClean="0"/>
              <a:pPr/>
              <a:t>19</a:t>
            </a:fld>
            <a:endParaRPr lang="en-GB" noProof="0" dirty="0"/>
          </a:p>
        </p:txBody>
      </p:sp>
      <p:sp>
        <p:nvSpPr>
          <p:cNvPr id="6" name="Tijdelijke aanduiding voor tekst 5">
            <a:extLst>
              <a:ext uri="{FF2B5EF4-FFF2-40B4-BE49-F238E27FC236}">
                <a16:creationId xmlns:a16="http://schemas.microsoft.com/office/drawing/2014/main" id="{4CEB5DEF-5F57-4C23-A7DF-DFC0736B87A6}"/>
              </a:ext>
            </a:extLst>
          </p:cNvPr>
          <p:cNvSpPr>
            <a:spLocks noGrp="1"/>
          </p:cNvSpPr>
          <p:nvPr>
            <p:ph type="body" sz="quarter" idx="14"/>
          </p:nvPr>
        </p:nvSpPr>
        <p:spPr/>
        <p:txBody>
          <a:bodyPr/>
          <a:lstStyle/>
          <a:p>
            <a:r>
              <a:rPr lang="en-GB" noProof="0" dirty="0"/>
              <a:t> </a:t>
            </a:r>
          </a:p>
        </p:txBody>
      </p:sp>
      <p:sp>
        <p:nvSpPr>
          <p:cNvPr id="7" name="Tijdelijke aanduiding voor tekst 6">
            <a:extLst>
              <a:ext uri="{FF2B5EF4-FFF2-40B4-BE49-F238E27FC236}">
                <a16:creationId xmlns:a16="http://schemas.microsoft.com/office/drawing/2014/main" id="{28D314D4-1109-46BE-A6C5-F9867030C004}"/>
              </a:ext>
            </a:extLst>
          </p:cNvPr>
          <p:cNvSpPr>
            <a:spLocks noGrp="1"/>
          </p:cNvSpPr>
          <p:nvPr>
            <p:ph type="body" sz="quarter" idx="15"/>
          </p:nvPr>
        </p:nvSpPr>
        <p:spPr/>
        <p:txBody>
          <a:bodyPr/>
          <a:lstStyle/>
          <a:p>
            <a:r>
              <a:rPr lang="en-GB" noProof="0" dirty="0"/>
              <a:t> </a:t>
            </a:r>
          </a:p>
        </p:txBody>
      </p:sp>
      <p:sp>
        <p:nvSpPr>
          <p:cNvPr id="44" name="Tijdelijke aanduiding voor tekst 43">
            <a:extLst>
              <a:ext uri="{FF2B5EF4-FFF2-40B4-BE49-F238E27FC236}">
                <a16:creationId xmlns:a16="http://schemas.microsoft.com/office/drawing/2014/main" id="{859F8126-4438-4944-8368-2784E9E67A98}"/>
              </a:ext>
            </a:extLst>
          </p:cNvPr>
          <p:cNvSpPr>
            <a:spLocks noGrp="1"/>
          </p:cNvSpPr>
          <p:nvPr>
            <p:ph type="body" sz="quarter" idx="25"/>
          </p:nvPr>
        </p:nvSpPr>
        <p:spPr/>
        <p:txBody>
          <a:bodyPr/>
          <a:lstStyle/>
          <a:p>
            <a:endParaRPr lang="en-GB" noProof="0" dirty="0"/>
          </a:p>
        </p:txBody>
      </p:sp>
      <p:sp>
        <p:nvSpPr>
          <p:cNvPr id="10" name="Tijdelijke aanduiding voor verticale tekst 9">
            <a:extLst>
              <a:ext uri="{FF2B5EF4-FFF2-40B4-BE49-F238E27FC236}">
                <a16:creationId xmlns:a16="http://schemas.microsoft.com/office/drawing/2014/main" id="{F4296D00-4AAC-40B5-80FF-F1F00F8A6E2A}"/>
              </a:ext>
            </a:extLst>
          </p:cNvPr>
          <p:cNvSpPr>
            <a:spLocks noGrp="1"/>
          </p:cNvSpPr>
          <p:nvPr>
            <p:ph type="body" orient="vert" idx="27"/>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1" name="Tijdelijke aanduiding voor verticale tekst 10">
            <a:extLst>
              <a:ext uri="{FF2B5EF4-FFF2-40B4-BE49-F238E27FC236}">
                <a16:creationId xmlns:a16="http://schemas.microsoft.com/office/drawing/2014/main" id="{456730BD-8C95-4485-BD61-F6DE0133642E}"/>
              </a:ext>
            </a:extLst>
          </p:cNvPr>
          <p:cNvSpPr>
            <a:spLocks noGrp="1"/>
          </p:cNvSpPr>
          <p:nvPr>
            <p:ph type="body" orient="vert" idx="28"/>
          </p:nvPr>
        </p:nvSpPr>
        <p:spPr/>
        <p:txBody>
          <a:bodyPr/>
          <a:lstStyle/>
          <a:p>
            <a:pPr lvl="4"/>
            <a:r>
              <a:rPr lang="en-GB" noProof="0" dirty="0"/>
              <a:t>Marieke van </a:t>
            </a:r>
            <a:r>
              <a:rPr lang="en-GB" noProof="0" dirty="0" err="1"/>
              <a:t>Poldijk</a:t>
            </a:r>
            <a:endParaRPr lang="en-GB" noProof="0" dirty="0"/>
          </a:p>
        </p:txBody>
      </p:sp>
      <p:sp>
        <p:nvSpPr>
          <p:cNvPr id="45" name="Tijdelijke aanduiding voor tekst 44">
            <a:extLst>
              <a:ext uri="{FF2B5EF4-FFF2-40B4-BE49-F238E27FC236}">
                <a16:creationId xmlns:a16="http://schemas.microsoft.com/office/drawing/2014/main" id="{93F286A1-3D32-4EB9-9407-6622A4667402}"/>
              </a:ext>
            </a:extLst>
          </p:cNvPr>
          <p:cNvSpPr>
            <a:spLocks noGrp="1"/>
          </p:cNvSpPr>
          <p:nvPr>
            <p:ph type="body" sz="quarter" idx="29"/>
          </p:nvPr>
        </p:nvSpPr>
        <p:spPr/>
        <p:txBody>
          <a:bodyPr/>
          <a:lstStyle/>
          <a:p>
            <a:endParaRPr lang="en-GB" noProof="0" dirty="0"/>
          </a:p>
        </p:txBody>
      </p:sp>
      <p:sp>
        <p:nvSpPr>
          <p:cNvPr id="14" name="Tijdelijke aanduiding voor verticale tekst 13">
            <a:extLst>
              <a:ext uri="{FF2B5EF4-FFF2-40B4-BE49-F238E27FC236}">
                <a16:creationId xmlns:a16="http://schemas.microsoft.com/office/drawing/2014/main" id="{B8B3AA8F-AA49-4331-9467-9739AC46FBAA}"/>
              </a:ext>
            </a:extLst>
          </p:cNvPr>
          <p:cNvSpPr>
            <a:spLocks noGrp="1"/>
          </p:cNvSpPr>
          <p:nvPr>
            <p:ph type="body" orient="vert" idx="31"/>
          </p:nvPr>
        </p:nvSpPr>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a:t>
            </a:r>
          </a:p>
        </p:txBody>
      </p:sp>
      <p:sp>
        <p:nvSpPr>
          <p:cNvPr id="15" name="Tijdelijke aanduiding voor verticale tekst 14">
            <a:extLst>
              <a:ext uri="{FF2B5EF4-FFF2-40B4-BE49-F238E27FC236}">
                <a16:creationId xmlns:a16="http://schemas.microsoft.com/office/drawing/2014/main" id="{5A68B09F-7A54-41FB-96E0-900103D1D2E4}"/>
              </a:ext>
            </a:extLst>
          </p:cNvPr>
          <p:cNvSpPr>
            <a:spLocks noGrp="1"/>
          </p:cNvSpPr>
          <p:nvPr>
            <p:ph type="body" orient="vert" idx="32"/>
          </p:nvPr>
        </p:nvSpPr>
        <p:spPr/>
        <p:txBody>
          <a:bodyPr/>
          <a:lstStyle/>
          <a:p>
            <a:pPr lvl="4"/>
            <a:r>
              <a:rPr lang="en-GB" noProof="0" dirty="0"/>
              <a:t>Hans de Groot</a:t>
            </a:r>
          </a:p>
        </p:txBody>
      </p:sp>
      <p:sp>
        <p:nvSpPr>
          <p:cNvPr id="78" name="Tijdelijke aanduiding voor verticale tekst 77">
            <a:extLst>
              <a:ext uri="{FF2B5EF4-FFF2-40B4-BE49-F238E27FC236}">
                <a16:creationId xmlns:a16="http://schemas.microsoft.com/office/drawing/2014/main" id="{7B41F27C-B936-489A-AD94-735532201469}"/>
              </a:ext>
            </a:extLst>
          </p:cNvPr>
          <p:cNvSpPr>
            <a:spLocks noGrp="1"/>
          </p:cNvSpPr>
          <p:nvPr>
            <p:ph type="body" orient="vert" idx="33"/>
          </p:nvPr>
        </p:nvSpPr>
        <p:spPr/>
        <p:txBody>
          <a:bodyPr/>
          <a:lstStyle/>
          <a:p>
            <a:r>
              <a:rPr lang="en-GB" noProof="0" dirty="0"/>
              <a:t>HR Manager</a:t>
            </a:r>
          </a:p>
        </p:txBody>
      </p:sp>
      <p:sp>
        <p:nvSpPr>
          <p:cNvPr id="79" name="Tijdelijke aanduiding voor verticale tekst 78">
            <a:extLst>
              <a:ext uri="{FF2B5EF4-FFF2-40B4-BE49-F238E27FC236}">
                <a16:creationId xmlns:a16="http://schemas.microsoft.com/office/drawing/2014/main" id="{AF3D47C0-7A73-476C-984B-67CECFFD6232}"/>
              </a:ext>
            </a:extLst>
          </p:cNvPr>
          <p:cNvSpPr>
            <a:spLocks noGrp="1"/>
          </p:cNvSpPr>
          <p:nvPr>
            <p:ph type="body" orient="vert" idx="34"/>
          </p:nvPr>
        </p:nvSpPr>
        <p:spPr/>
        <p:txBody>
          <a:bodyPr/>
          <a:lstStyle/>
          <a:p>
            <a:r>
              <a:rPr lang="en-GB" noProof="0" dirty="0" err="1"/>
              <a:t>Communicatie</a:t>
            </a:r>
            <a:r>
              <a:rPr lang="en-GB" noProof="0" dirty="0"/>
              <a:t> Manager</a:t>
            </a:r>
          </a:p>
        </p:txBody>
      </p:sp>
      <p:sp>
        <p:nvSpPr>
          <p:cNvPr id="9" name="Tijdelijke aanduiding voor afbeelding 8">
            <a:extLst>
              <a:ext uri="{FF2B5EF4-FFF2-40B4-BE49-F238E27FC236}">
                <a16:creationId xmlns:a16="http://schemas.microsoft.com/office/drawing/2014/main" id="{A31C490D-F556-4DCE-BBE6-14C48EA9274E}"/>
              </a:ext>
            </a:extLst>
          </p:cNvPr>
          <p:cNvSpPr>
            <a:spLocks noGrp="1"/>
          </p:cNvSpPr>
          <p:nvPr>
            <p:ph type="pic" sz="quarter" idx="30"/>
          </p:nvPr>
        </p:nvSpPr>
        <p:spPr/>
        <p:txBody>
          <a:bodyPr/>
          <a:lstStyle/>
          <a:p>
            <a:endParaRPr lang="en-GB" noProof="0" dirty="0"/>
          </a:p>
        </p:txBody>
      </p:sp>
      <p:sp>
        <p:nvSpPr>
          <p:cNvPr id="13" name="Tijdelijke aanduiding voor afbeelding 12">
            <a:extLst>
              <a:ext uri="{FF2B5EF4-FFF2-40B4-BE49-F238E27FC236}">
                <a16:creationId xmlns:a16="http://schemas.microsoft.com/office/drawing/2014/main" id="{E093A370-3515-4AD5-8114-7C05AB029ED0}"/>
              </a:ext>
            </a:extLst>
          </p:cNvPr>
          <p:cNvSpPr>
            <a:spLocks noGrp="1"/>
          </p:cNvSpPr>
          <p:nvPr>
            <p:ph type="pic" sz="quarter" idx="26"/>
          </p:nvPr>
        </p:nvSpPr>
        <p:spPr/>
        <p:txBody>
          <a:bodyPr/>
          <a:lstStyle/>
          <a:p>
            <a:endParaRPr lang="en-GB" noProof="0" dirty="0"/>
          </a:p>
        </p:txBody>
      </p:sp>
    </p:spTree>
    <p:extLst>
      <p:ext uri="{BB962C8B-B14F-4D97-AF65-F5344CB8AC3E}">
        <p14:creationId xmlns:p14="http://schemas.microsoft.com/office/powerpoint/2010/main" val="39175381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595712-27CD-4BDA-BB5B-53C845A14684}"/>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graphicFrame>
        <p:nvGraphicFramePr>
          <p:cNvPr id="8" name="Tijdelijke aanduiding voor grafiek 7">
            <a:extLst>
              <a:ext uri="{FF2B5EF4-FFF2-40B4-BE49-F238E27FC236}">
                <a16:creationId xmlns:a16="http://schemas.microsoft.com/office/drawing/2014/main" id="{869CE3F2-47CD-4930-ACC7-CC12B40DEA9A}"/>
              </a:ext>
            </a:extLst>
          </p:cNvPr>
          <p:cNvGraphicFramePr>
            <a:graphicFrameLocks noGrp="1"/>
          </p:cNvGraphicFramePr>
          <p:nvPr>
            <p:ph type="chart" sz="quarter" idx="13"/>
            <p:extLst>
              <p:ext uri="{D42A27DB-BD31-4B8C-83A1-F6EECF244321}">
                <p14:modId xmlns:p14="http://schemas.microsoft.com/office/powerpoint/2010/main" val="3063456098"/>
              </p:ext>
            </p:extLst>
          </p:nvPr>
        </p:nvGraphicFramePr>
        <p:xfrm>
          <a:off x="515938" y="1790700"/>
          <a:ext cx="11160125" cy="4556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ijdelijke aanduiding voor tekst 3">
            <a:extLst>
              <a:ext uri="{FF2B5EF4-FFF2-40B4-BE49-F238E27FC236}">
                <a16:creationId xmlns:a16="http://schemas.microsoft.com/office/drawing/2014/main" id="{5DC53546-B81B-494D-9A54-98B332549E98}"/>
              </a:ext>
            </a:extLst>
          </p:cNvPr>
          <p:cNvSpPr>
            <a:spLocks noGrp="1"/>
          </p:cNvSpPr>
          <p:nvPr>
            <p:ph type="body" sz="quarter" idx="14"/>
          </p:nvPr>
        </p:nvSpPr>
        <p:spPr/>
        <p:txBody>
          <a:bodyPr/>
          <a:lstStyle/>
          <a:p>
            <a:r>
              <a:rPr lang="en-GB" noProof="0" dirty="0"/>
              <a:t> </a:t>
            </a:r>
          </a:p>
        </p:txBody>
      </p:sp>
      <p:sp>
        <p:nvSpPr>
          <p:cNvPr id="5" name="Tijdelijke aanduiding voor tekst 4">
            <a:extLst>
              <a:ext uri="{FF2B5EF4-FFF2-40B4-BE49-F238E27FC236}">
                <a16:creationId xmlns:a16="http://schemas.microsoft.com/office/drawing/2014/main" id="{458B31A6-1EEC-4971-A71D-BB6BC84A96E1}"/>
              </a:ext>
            </a:extLst>
          </p:cNvPr>
          <p:cNvSpPr>
            <a:spLocks noGrp="1"/>
          </p:cNvSpPr>
          <p:nvPr>
            <p:ph type="body" sz="quarter" idx="15"/>
          </p:nvPr>
        </p:nvSpPr>
        <p:spPr/>
        <p:txBody>
          <a:bodyPr/>
          <a:lstStyle/>
          <a:p>
            <a:r>
              <a:rPr lang="en-GB" noProof="0" dirty="0"/>
              <a:t> </a:t>
            </a:r>
          </a:p>
        </p:txBody>
      </p:sp>
    </p:spTree>
    <p:extLst>
      <p:ext uri="{BB962C8B-B14F-4D97-AF65-F5344CB8AC3E}">
        <p14:creationId xmlns:p14="http://schemas.microsoft.com/office/powerpoint/2010/main" val="92870242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9C36C0-342D-4358-AD3F-4DEACA56481E}"/>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3" name="Tijdelijke aanduiding voor verticale tekst 2">
            <a:extLst>
              <a:ext uri="{FF2B5EF4-FFF2-40B4-BE49-F238E27FC236}">
                <a16:creationId xmlns:a16="http://schemas.microsoft.com/office/drawing/2014/main" id="{EF545135-C166-4E2D-8C92-9646B2A57104}"/>
              </a:ext>
            </a:extLst>
          </p:cNvPr>
          <p:cNvSpPr>
            <a:spLocks noGrp="1"/>
          </p:cNvSpPr>
          <p:nvPr>
            <p:ph type="body" orient="vert" idx="1"/>
          </p:nvPr>
        </p:nvSpPr>
        <p:spPr>
          <a:xfrm>
            <a:off x="554695" y="2933700"/>
            <a:ext cx="5364162" cy="1374775"/>
          </a:xfrm>
        </p:spPr>
        <p:txBody>
          <a:bodyPr/>
          <a:lstStyle/>
          <a:p>
            <a:pPr lvl="3"/>
            <a:r>
              <a:rPr lang="en-GB" sz="2000" noProof="0" dirty="0"/>
              <a:t>Lorem ipsum </a:t>
            </a:r>
            <a:r>
              <a:rPr lang="en-GB" sz="2000" noProof="0" dirty="0" err="1"/>
              <a:t>dolor</a:t>
            </a:r>
            <a:r>
              <a:rPr lang="en-GB" sz="2000" noProof="0" dirty="0"/>
              <a:t> sit </a:t>
            </a:r>
            <a:r>
              <a:rPr lang="en-GB" sz="2000" noProof="0" dirty="0" err="1"/>
              <a:t>amet</a:t>
            </a:r>
            <a:r>
              <a:rPr lang="en-GB" sz="2000" noProof="0" dirty="0"/>
              <a:t>, </a:t>
            </a:r>
            <a:r>
              <a:rPr lang="en-GB" sz="2000" noProof="0" dirty="0" err="1"/>
              <a:t>consectetuer</a:t>
            </a:r>
            <a:r>
              <a:rPr lang="en-GB" sz="2000" noProof="0" dirty="0"/>
              <a:t> </a:t>
            </a:r>
            <a:r>
              <a:rPr lang="en-GB" sz="2000" noProof="0" dirty="0" err="1"/>
              <a:t>adipiscing</a:t>
            </a:r>
            <a:r>
              <a:rPr lang="en-GB" sz="2000" noProof="0" dirty="0"/>
              <a:t> </a:t>
            </a:r>
            <a:r>
              <a:rPr lang="en-GB" sz="2000" noProof="0" dirty="0" err="1"/>
              <a:t>elit</a:t>
            </a:r>
            <a:r>
              <a:rPr lang="en-GB" sz="2000" noProof="0" dirty="0"/>
              <a:t>. Maecenas </a:t>
            </a:r>
            <a:r>
              <a:rPr lang="en-GB" sz="2000" noProof="0" dirty="0" err="1"/>
              <a:t>porttitor</a:t>
            </a:r>
            <a:r>
              <a:rPr lang="en-GB" sz="2000" noProof="0" dirty="0"/>
              <a:t> </a:t>
            </a:r>
            <a:r>
              <a:rPr lang="en-GB" sz="2000" noProof="0" dirty="0" err="1"/>
              <a:t>congue</a:t>
            </a:r>
            <a:r>
              <a:rPr lang="en-GB" sz="2000" noProof="0" dirty="0"/>
              <a:t> </a:t>
            </a:r>
            <a:r>
              <a:rPr lang="en-GB" sz="2000" noProof="0" dirty="0" err="1"/>
              <a:t>massa</a:t>
            </a:r>
            <a:r>
              <a:rPr lang="en-GB" sz="2000" noProof="0" dirty="0"/>
              <a:t>. </a:t>
            </a:r>
            <a:r>
              <a:rPr lang="en-GB" sz="2000" noProof="0" dirty="0" err="1"/>
              <a:t>Fusce</a:t>
            </a:r>
            <a:r>
              <a:rPr lang="en-GB" sz="2000" noProof="0" dirty="0"/>
              <a:t> </a:t>
            </a:r>
            <a:r>
              <a:rPr lang="en-GB" sz="2000" noProof="0" dirty="0" err="1"/>
              <a:t>posuere</a:t>
            </a:r>
            <a:r>
              <a:rPr lang="en-GB" sz="2000" noProof="0" dirty="0"/>
              <a:t>, magna </a:t>
            </a:r>
            <a:r>
              <a:rPr lang="en-GB" sz="2000" noProof="0" dirty="0" err="1"/>
              <a:t>sed</a:t>
            </a:r>
            <a:r>
              <a:rPr lang="en-GB" sz="2000" noProof="0" dirty="0"/>
              <a:t> pulvinar </a:t>
            </a:r>
            <a:r>
              <a:rPr lang="en-GB" sz="2000" noProof="0" dirty="0" err="1"/>
              <a:t>ultricies</a:t>
            </a:r>
            <a:r>
              <a:rPr lang="en-GB" sz="2000" noProof="0" dirty="0"/>
              <a:t>, </a:t>
            </a:r>
            <a:r>
              <a:rPr lang="en-GB" sz="2000" noProof="0" dirty="0" err="1"/>
              <a:t>purus</a:t>
            </a:r>
            <a:r>
              <a:rPr lang="en-GB" sz="2000" noProof="0" dirty="0"/>
              <a:t> </a:t>
            </a:r>
            <a:r>
              <a:rPr lang="en-GB" sz="2000" noProof="0" dirty="0" err="1"/>
              <a:t>lectus</a:t>
            </a:r>
            <a:r>
              <a:rPr lang="en-GB" sz="2000" noProof="0" dirty="0"/>
              <a:t> </a:t>
            </a:r>
            <a:r>
              <a:rPr lang="en-GB" sz="2000" noProof="0" dirty="0" err="1"/>
              <a:t>malesuada</a:t>
            </a:r>
            <a:r>
              <a:rPr lang="en-GB" sz="2000" noProof="0" dirty="0"/>
              <a:t> libero, sit </a:t>
            </a:r>
            <a:r>
              <a:rPr lang="en-GB" sz="2000" noProof="0" dirty="0" err="1"/>
              <a:t>amet</a:t>
            </a:r>
            <a:r>
              <a:rPr lang="en-GB" sz="2000" noProof="0" dirty="0"/>
              <a:t> </a:t>
            </a:r>
            <a:r>
              <a:rPr lang="en-GB" sz="2000" noProof="0" dirty="0" err="1"/>
              <a:t>commodo</a:t>
            </a:r>
            <a:r>
              <a:rPr lang="en-GB" sz="2000" noProof="0" dirty="0"/>
              <a:t> magna eros </a:t>
            </a:r>
            <a:r>
              <a:rPr lang="en-GB" sz="2000" noProof="0" dirty="0" err="1"/>
              <a:t>quis</a:t>
            </a:r>
            <a:r>
              <a:rPr lang="en-GB" sz="2000" noProof="0" dirty="0"/>
              <a:t> </a:t>
            </a:r>
            <a:r>
              <a:rPr lang="en-GB" sz="2000" noProof="0" dirty="0" err="1"/>
              <a:t>urna</a:t>
            </a:r>
            <a:r>
              <a:rPr lang="en-GB" sz="2000" noProof="0" dirty="0"/>
              <a:t>. Nunc </a:t>
            </a:r>
            <a:r>
              <a:rPr lang="en-GB" sz="2000" noProof="0" dirty="0" err="1"/>
              <a:t>viverra</a:t>
            </a:r>
            <a:r>
              <a:rPr lang="en-GB" sz="2000" noProof="0" dirty="0"/>
              <a:t> </a:t>
            </a:r>
            <a:r>
              <a:rPr lang="en-GB" sz="2000" noProof="0" dirty="0" err="1"/>
              <a:t>imperdiet</a:t>
            </a:r>
            <a:r>
              <a:rPr lang="en-GB" sz="2000" noProof="0" dirty="0"/>
              <a:t> </a:t>
            </a:r>
            <a:r>
              <a:rPr lang="en-GB" sz="2000" noProof="0" dirty="0" err="1"/>
              <a:t>enim</a:t>
            </a:r>
            <a:r>
              <a:rPr lang="en-GB" sz="2000" noProof="0" dirty="0"/>
              <a:t>.</a:t>
            </a:r>
          </a:p>
        </p:txBody>
      </p:sp>
      <p:sp>
        <p:nvSpPr>
          <p:cNvPr id="4" name="Tijdelijke aanduiding voor tekst 3">
            <a:extLst>
              <a:ext uri="{FF2B5EF4-FFF2-40B4-BE49-F238E27FC236}">
                <a16:creationId xmlns:a16="http://schemas.microsoft.com/office/drawing/2014/main" id="{D97CE56C-2559-43B9-8F45-5EF1D51FB6EE}"/>
              </a:ext>
            </a:extLst>
          </p:cNvPr>
          <p:cNvSpPr>
            <a:spLocks noGrp="1"/>
          </p:cNvSpPr>
          <p:nvPr>
            <p:ph type="body" sz="quarter" idx="14"/>
          </p:nvPr>
        </p:nvSpPr>
        <p:spPr/>
        <p:txBody>
          <a:bodyPr/>
          <a:lstStyle/>
          <a:p>
            <a:r>
              <a:rPr lang="en-GB" noProof="0" dirty="0"/>
              <a:t> </a:t>
            </a:r>
          </a:p>
        </p:txBody>
      </p:sp>
      <p:sp>
        <p:nvSpPr>
          <p:cNvPr id="5" name="Tijdelijke aanduiding voor tekst 4">
            <a:extLst>
              <a:ext uri="{FF2B5EF4-FFF2-40B4-BE49-F238E27FC236}">
                <a16:creationId xmlns:a16="http://schemas.microsoft.com/office/drawing/2014/main" id="{C7DCBD46-03F8-471B-81D1-69BC538DCA6A}"/>
              </a:ext>
            </a:extLst>
          </p:cNvPr>
          <p:cNvSpPr>
            <a:spLocks noGrp="1"/>
          </p:cNvSpPr>
          <p:nvPr>
            <p:ph type="body" sz="quarter" idx="15"/>
          </p:nvPr>
        </p:nvSpPr>
        <p:spPr/>
        <p:txBody>
          <a:bodyPr/>
          <a:lstStyle/>
          <a:p>
            <a:r>
              <a:rPr lang="en-GB" noProof="0" dirty="0"/>
              <a:t> </a:t>
            </a:r>
          </a:p>
        </p:txBody>
      </p:sp>
      <p:graphicFrame>
        <p:nvGraphicFramePr>
          <p:cNvPr id="10" name="Tabel 10">
            <a:extLst>
              <a:ext uri="{FF2B5EF4-FFF2-40B4-BE49-F238E27FC236}">
                <a16:creationId xmlns:a16="http://schemas.microsoft.com/office/drawing/2014/main" id="{3444672A-C45B-4A54-8506-E762835B5F15}"/>
              </a:ext>
            </a:extLst>
          </p:cNvPr>
          <p:cNvGraphicFramePr>
            <a:graphicFrameLocks noGrp="1"/>
          </p:cNvGraphicFramePr>
          <p:nvPr>
            <p:ph type="tbl" sz="quarter" idx="16"/>
            <p:extLst>
              <p:ext uri="{D42A27DB-BD31-4B8C-83A1-F6EECF244321}">
                <p14:modId xmlns:p14="http://schemas.microsoft.com/office/powerpoint/2010/main" val="4219940486"/>
              </p:ext>
            </p:extLst>
          </p:nvPr>
        </p:nvGraphicFramePr>
        <p:xfrm>
          <a:off x="6319838" y="1776413"/>
          <a:ext cx="5391150" cy="4450080"/>
        </p:xfrm>
        <a:graphic>
          <a:graphicData uri="http://schemas.openxmlformats.org/drawingml/2006/table">
            <a:tbl>
              <a:tblPr firstRow="1" bandRow="1">
                <a:tableStyleId>{21E4AEA4-8DFA-4A89-87EB-49C32662AFE0}</a:tableStyleId>
              </a:tblPr>
              <a:tblGrid>
                <a:gridCol w="1078230">
                  <a:extLst>
                    <a:ext uri="{9D8B030D-6E8A-4147-A177-3AD203B41FA5}">
                      <a16:colId xmlns:a16="http://schemas.microsoft.com/office/drawing/2014/main" val="2927092663"/>
                    </a:ext>
                  </a:extLst>
                </a:gridCol>
                <a:gridCol w="1078230">
                  <a:extLst>
                    <a:ext uri="{9D8B030D-6E8A-4147-A177-3AD203B41FA5}">
                      <a16:colId xmlns:a16="http://schemas.microsoft.com/office/drawing/2014/main" val="2065995726"/>
                    </a:ext>
                  </a:extLst>
                </a:gridCol>
                <a:gridCol w="1078230">
                  <a:extLst>
                    <a:ext uri="{9D8B030D-6E8A-4147-A177-3AD203B41FA5}">
                      <a16:colId xmlns:a16="http://schemas.microsoft.com/office/drawing/2014/main" val="1177903085"/>
                    </a:ext>
                  </a:extLst>
                </a:gridCol>
                <a:gridCol w="1078230">
                  <a:extLst>
                    <a:ext uri="{9D8B030D-6E8A-4147-A177-3AD203B41FA5}">
                      <a16:colId xmlns:a16="http://schemas.microsoft.com/office/drawing/2014/main" val="3992387268"/>
                    </a:ext>
                  </a:extLst>
                </a:gridCol>
                <a:gridCol w="1078230">
                  <a:extLst>
                    <a:ext uri="{9D8B030D-6E8A-4147-A177-3AD203B41FA5}">
                      <a16:colId xmlns:a16="http://schemas.microsoft.com/office/drawing/2014/main" val="3249998863"/>
                    </a:ext>
                  </a:extLst>
                </a:gridCol>
              </a:tblGrid>
              <a:tr h="370840">
                <a:tc>
                  <a:txBody>
                    <a:bodyPr/>
                    <a:lstStyle/>
                    <a:p>
                      <a:r>
                        <a:rPr lang="en-GB" sz="1600" noProof="0" dirty="0"/>
                        <a:t>Loren 1</a:t>
                      </a:r>
                    </a:p>
                  </a:txBody>
                  <a:tcPr/>
                </a:tc>
                <a:tc>
                  <a:txBody>
                    <a:bodyPr/>
                    <a:lstStyle/>
                    <a:p>
                      <a:r>
                        <a:rPr lang="en-GB" sz="1600" noProof="0" dirty="0"/>
                        <a:t>Lorem 2</a:t>
                      </a:r>
                    </a:p>
                  </a:txBody>
                  <a:tcPr/>
                </a:tc>
                <a:tc>
                  <a:txBody>
                    <a:bodyPr/>
                    <a:lstStyle/>
                    <a:p>
                      <a:r>
                        <a:rPr lang="en-GB" sz="1600" noProof="0" dirty="0"/>
                        <a:t>Lorem 3</a:t>
                      </a:r>
                    </a:p>
                  </a:txBody>
                  <a:tcPr/>
                </a:tc>
                <a:tc>
                  <a:txBody>
                    <a:bodyPr/>
                    <a:lstStyle/>
                    <a:p>
                      <a:r>
                        <a:rPr lang="en-GB" sz="1600" noProof="0" dirty="0"/>
                        <a:t>Lorem 4</a:t>
                      </a:r>
                    </a:p>
                  </a:txBody>
                  <a:tcPr/>
                </a:tc>
                <a:tc>
                  <a:txBody>
                    <a:bodyPr/>
                    <a:lstStyle/>
                    <a:p>
                      <a:r>
                        <a:rPr lang="en-GB" sz="1600" noProof="0" dirty="0"/>
                        <a:t>Lorem 5</a:t>
                      </a:r>
                    </a:p>
                  </a:txBody>
                  <a:tcPr/>
                </a:tc>
                <a:extLst>
                  <a:ext uri="{0D108BD9-81ED-4DB2-BD59-A6C34878D82A}">
                    <a16:rowId xmlns:a16="http://schemas.microsoft.com/office/drawing/2014/main" val="3513986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err="1"/>
                        <a:t>Voorbeeld</a:t>
                      </a:r>
                      <a:endParaRPr lang="en-GB" sz="16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2721292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0402260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1431788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356560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636627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28465841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94417114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17206926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2500600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018242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Voorbeeld</a:t>
                      </a: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txBody>
                  <a:tcPr/>
                </a:tc>
                <a:extLst>
                  <a:ext uri="{0D108BD9-81ED-4DB2-BD59-A6C34878D82A}">
                    <a16:rowId xmlns:a16="http://schemas.microsoft.com/office/drawing/2014/main" val="3736870730"/>
                  </a:ext>
                </a:extLst>
              </a:tr>
            </a:tbl>
          </a:graphicData>
        </a:graphic>
      </p:graphicFrame>
    </p:spTree>
    <p:extLst>
      <p:ext uri="{BB962C8B-B14F-4D97-AF65-F5344CB8AC3E}">
        <p14:creationId xmlns:p14="http://schemas.microsoft.com/office/powerpoint/2010/main" val="416939427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C5616A-BC1D-45D6-A922-6E6929F22F4E}"/>
              </a:ext>
            </a:extLst>
          </p:cNvPr>
          <p:cNvSpPr>
            <a:spLocks noGrp="1"/>
          </p:cNvSpPr>
          <p:nvPr>
            <p:ph type="title"/>
          </p:nvPr>
        </p:nvSpPr>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3" name="Tijdelijke aanduiding voor tekst 2">
            <a:extLst>
              <a:ext uri="{FF2B5EF4-FFF2-40B4-BE49-F238E27FC236}">
                <a16:creationId xmlns:a16="http://schemas.microsoft.com/office/drawing/2014/main" id="{3C4EEE62-CA9D-4E1A-81E1-7587A7026371}"/>
              </a:ext>
            </a:extLst>
          </p:cNvPr>
          <p:cNvSpPr>
            <a:spLocks noGrp="1"/>
          </p:cNvSpPr>
          <p:nvPr>
            <p:ph type="body" sz="quarter" idx="14"/>
          </p:nvPr>
        </p:nvSpPr>
        <p:spPr/>
        <p:txBody>
          <a:bodyPr/>
          <a:lstStyle/>
          <a:p>
            <a:r>
              <a:rPr lang="en-GB" noProof="0" dirty="0"/>
              <a:t> </a:t>
            </a:r>
          </a:p>
        </p:txBody>
      </p:sp>
      <p:sp>
        <p:nvSpPr>
          <p:cNvPr id="4" name="Tijdelijke aanduiding voor tekst 3">
            <a:extLst>
              <a:ext uri="{FF2B5EF4-FFF2-40B4-BE49-F238E27FC236}">
                <a16:creationId xmlns:a16="http://schemas.microsoft.com/office/drawing/2014/main" id="{BE590A8F-53A3-4CA2-9DBF-FBB9CC3BECD1}"/>
              </a:ext>
            </a:extLst>
          </p:cNvPr>
          <p:cNvSpPr>
            <a:spLocks noGrp="1"/>
          </p:cNvSpPr>
          <p:nvPr>
            <p:ph type="body" sz="quarter" idx="15"/>
          </p:nvPr>
        </p:nvSpPr>
        <p:spPr/>
        <p:txBody>
          <a:bodyPr/>
          <a:lstStyle/>
          <a:p>
            <a:r>
              <a:rPr lang="en-GB" noProof="0" dirty="0"/>
              <a:t> </a:t>
            </a:r>
          </a:p>
        </p:txBody>
      </p:sp>
      <p:graphicFrame>
        <p:nvGraphicFramePr>
          <p:cNvPr id="6" name="Tabel 6">
            <a:extLst>
              <a:ext uri="{FF2B5EF4-FFF2-40B4-BE49-F238E27FC236}">
                <a16:creationId xmlns:a16="http://schemas.microsoft.com/office/drawing/2014/main" id="{FA1981E8-8119-43CA-B484-AAC5DDDA3CAA}"/>
              </a:ext>
            </a:extLst>
          </p:cNvPr>
          <p:cNvGraphicFramePr>
            <a:graphicFrameLocks noGrp="1"/>
          </p:cNvGraphicFramePr>
          <p:nvPr>
            <p:ph type="tbl" sz="quarter" idx="16"/>
            <p:extLst>
              <p:ext uri="{D42A27DB-BD31-4B8C-83A1-F6EECF244321}">
                <p14:modId xmlns:p14="http://schemas.microsoft.com/office/powerpoint/2010/main" val="2621190892"/>
              </p:ext>
            </p:extLst>
          </p:nvPr>
        </p:nvGraphicFramePr>
        <p:xfrm>
          <a:off x="515938" y="2203450"/>
          <a:ext cx="11160125" cy="3337560"/>
        </p:xfrm>
        <a:graphic>
          <a:graphicData uri="http://schemas.openxmlformats.org/drawingml/2006/table">
            <a:tbl>
              <a:tblPr firstRow="1" bandRow="1">
                <a:tableStyleId>{21E4AEA4-8DFA-4A89-87EB-49C32662AFE0}</a:tableStyleId>
              </a:tblPr>
              <a:tblGrid>
                <a:gridCol w="2232025">
                  <a:extLst>
                    <a:ext uri="{9D8B030D-6E8A-4147-A177-3AD203B41FA5}">
                      <a16:colId xmlns:a16="http://schemas.microsoft.com/office/drawing/2014/main" val="3053309638"/>
                    </a:ext>
                  </a:extLst>
                </a:gridCol>
                <a:gridCol w="2232025">
                  <a:extLst>
                    <a:ext uri="{9D8B030D-6E8A-4147-A177-3AD203B41FA5}">
                      <a16:colId xmlns:a16="http://schemas.microsoft.com/office/drawing/2014/main" val="4202739578"/>
                    </a:ext>
                  </a:extLst>
                </a:gridCol>
                <a:gridCol w="2232025">
                  <a:extLst>
                    <a:ext uri="{9D8B030D-6E8A-4147-A177-3AD203B41FA5}">
                      <a16:colId xmlns:a16="http://schemas.microsoft.com/office/drawing/2014/main" val="913376441"/>
                    </a:ext>
                  </a:extLst>
                </a:gridCol>
                <a:gridCol w="2232025">
                  <a:extLst>
                    <a:ext uri="{9D8B030D-6E8A-4147-A177-3AD203B41FA5}">
                      <a16:colId xmlns:a16="http://schemas.microsoft.com/office/drawing/2014/main" val="1567894347"/>
                    </a:ext>
                  </a:extLst>
                </a:gridCol>
                <a:gridCol w="2232025">
                  <a:extLst>
                    <a:ext uri="{9D8B030D-6E8A-4147-A177-3AD203B41FA5}">
                      <a16:colId xmlns:a16="http://schemas.microsoft.com/office/drawing/2014/main" val="1121841996"/>
                    </a:ext>
                  </a:extLst>
                </a:gridCol>
              </a:tblGrid>
              <a:tr h="370840">
                <a:tc>
                  <a:txBody>
                    <a:bodyPr/>
                    <a:lstStyle/>
                    <a:p>
                      <a:r>
                        <a:rPr lang="en-GB" noProof="0" dirty="0"/>
                        <a:t>Lorem 1</a:t>
                      </a:r>
                    </a:p>
                  </a:txBody>
                  <a:tcPr/>
                </a:tc>
                <a:tc>
                  <a:txBody>
                    <a:bodyPr/>
                    <a:lstStyle/>
                    <a:p>
                      <a:r>
                        <a:rPr lang="en-GB" noProof="0" dirty="0"/>
                        <a:t>Lorem 2</a:t>
                      </a:r>
                    </a:p>
                  </a:txBody>
                  <a:tcPr/>
                </a:tc>
                <a:tc>
                  <a:txBody>
                    <a:bodyPr/>
                    <a:lstStyle/>
                    <a:p>
                      <a:r>
                        <a:rPr lang="en-GB" noProof="0" dirty="0"/>
                        <a:t>Lorem 3</a:t>
                      </a:r>
                    </a:p>
                  </a:txBody>
                  <a:tcPr/>
                </a:tc>
                <a:tc>
                  <a:txBody>
                    <a:bodyPr/>
                    <a:lstStyle/>
                    <a:p>
                      <a:r>
                        <a:rPr lang="en-GB" noProof="0" dirty="0"/>
                        <a:t>Lorem 4</a:t>
                      </a:r>
                    </a:p>
                  </a:txBody>
                  <a:tcPr/>
                </a:tc>
                <a:tc>
                  <a:txBody>
                    <a:bodyPr/>
                    <a:lstStyle/>
                    <a:p>
                      <a:r>
                        <a:rPr lang="en-GB" noProof="0" dirty="0"/>
                        <a:t>Lorem 5</a:t>
                      </a:r>
                    </a:p>
                  </a:txBody>
                  <a:tcPr/>
                </a:tc>
                <a:extLst>
                  <a:ext uri="{0D108BD9-81ED-4DB2-BD59-A6C34878D82A}">
                    <a16:rowId xmlns:a16="http://schemas.microsoft.com/office/drawing/2014/main" val="3985644387"/>
                  </a:ext>
                </a:extLst>
              </a:tr>
              <a:tr h="370840">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extLst>
                  <a:ext uri="{0D108BD9-81ED-4DB2-BD59-A6C34878D82A}">
                    <a16:rowId xmlns:a16="http://schemas.microsoft.com/office/drawing/2014/main" val="35277292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extLst>
                  <a:ext uri="{0D108BD9-81ED-4DB2-BD59-A6C34878D82A}">
                    <a16:rowId xmlns:a16="http://schemas.microsoft.com/office/drawing/2014/main" val="1224836581"/>
                  </a:ext>
                </a:extLst>
              </a:tr>
              <a:tr h="370840">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extLst>
                  <a:ext uri="{0D108BD9-81ED-4DB2-BD59-A6C34878D82A}">
                    <a16:rowId xmlns:a16="http://schemas.microsoft.com/office/drawing/2014/main" val="18617248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extLst>
                  <a:ext uri="{0D108BD9-81ED-4DB2-BD59-A6C34878D82A}">
                    <a16:rowId xmlns:a16="http://schemas.microsoft.com/office/drawing/2014/main" val="1129057382"/>
                  </a:ext>
                </a:extLst>
              </a:tr>
              <a:tr h="370840">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extLst>
                  <a:ext uri="{0D108BD9-81ED-4DB2-BD59-A6C34878D82A}">
                    <a16:rowId xmlns:a16="http://schemas.microsoft.com/office/drawing/2014/main" val="34869560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extLst>
                  <a:ext uri="{0D108BD9-81ED-4DB2-BD59-A6C34878D82A}">
                    <a16:rowId xmlns:a16="http://schemas.microsoft.com/office/drawing/2014/main" val="3912181834"/>
                  </a:ext>
                </a:extLst>
              </a:tr>
              <a:tr h="370840">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tc>
                  <a:txBody>
                    <a:bodyPr/>
                    <a:lstStyle/>
                    <a:p>
                      <a:r>
                        <a:rPr lang="en-GB" noProof="0" dirty="0" err="1"/>
                        <a:t>Voorbeeld</a:t>
                      </a:r>
                      <a:endParaRPr lang="en-GB" noProof="0" dirty="0"/>
                    </a:p>
                  </a:txBody>
                  <a:tcPr/>
                </a:tc>
                <a:extLst>
                  <a:ext uri="{0D108BD9-81ED-4DB2-BD59-A6C34878D82A}">
                    <a16:rowId xmlns:a16="http://schemas.microsoft.com/office/drawing/2014/main" val="34609094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err="1"/>
                        <a:t>Voorbeeld</a:t>
                      </a:r>
                      <a:endParaRPr lang="en-GB" noProof="0" dirty="0"/>
                    </a:p>
                  </a:txBody>
                  <a:tcPr/>
                </a:tc>
                <a:extLst>
                  <a:ext uri="{0D108BD9-81ED-4DB2-BD59-A6C34878D82A}">
                    <a16:rowId xmlns:a16="http://schemas.microsoft.com/office/drawing/2014/main" val="3324088772"/>
                  </a:ext>
                </a:extLst>
              </a:tr>
            </a:tbl>
          </a:graphicData>
        </a:graphic>
      </p:graphicFrame>
    </p:spTree>
    <p:extLst>
      <p:ext uri="{BB962C8B-B14F-4D97-AF65-F5344CB8AC3E}">
        <p14:creationId xmlns:p14="http://schemas.microsoft.com/office/powerpoint/2010/main" val="121132020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737A6245-2112-4277-99D7-04F900FA6C9B}"/>
              </a:ext>
            </a:extLst>
          </p:cNvPr>
          <p:cNvSpPr>
            <a:spLocks noGrp="1"/>
          </p:cNvSpPr>
          <p:nvPr>
            <p:ph type="body" sz="quarter" idx="14"/>
          </p:nvPr>
        </p:nvSpPr>
        <p:spPr/>
        <p:txBody>
          <a:bodyPr/>
          <a:lstStyle/>
          <a:p>
            <a:r>
              <a:rPr lang="en-GB" noProof="0" dirty="0"/>
              <a:t> </a:t>
            </a:r>
          </a:p>
        </p:txBody>
      </p:sp>
      <p:sp>
        <p:nvSpPr>
          <p:cNvPr id="4" name="Titel 3">
            <a:extLst>
              <a:ext uri="{FF2B5EF4-FFF2-40B4-BE49-F238E27FC236}">
                <a16:creationId xmlns:a16="http://schemas.microsoft.com/office/drawing/2014/main" id="{3A4C2E0A-1BB6-4CB9-B18C-1D0BF9B1F592}"/>
              </a:ext>
            </a:extLst>
          </p:cNvPr>
          <p:cNvSpPr>
            <a:spLocks noGrp="1"/>
          </p:cNvSpPr>
          <p:nvPr>
            <p:ph type="title"/>
          </p:nvPr>
        </p:nvSpPr>
        <p:spPr>
          <a:xfrm>
            <a:off x="515937" y="3803866"/>
            <a:ext cx="11160125" cy="874689"/>
          </a:xfrm>
        </p:spPr>
        <p:txBody>
          <a:bodyPr/>
          <a:lstStyle/>
          <a:p>
            <a:r>
              <a:rPr lang="en-GB" noProof="0" dirty="0" err="1"/>
              <a:t>Plaats</a:t>
            </a:r>
            <a:r>
              <a:rPr lang="en-GB" noProof="0" dirty="0"/>
              <a:t> de </a:t>
            </a:r>
            <a:r>
              <a:rPr lang="en-GB" noProof="0" dirty="0" err="1"/>
              <a:t>titel</a:t>
            </a:r>
            <a:r>
              <a:rPr lang="en-GB" noProof="0" dirty="0"/>
              <a:t> van de </a:t>
            </a:r>
            <a:r>
              <a:rPr lang="en-GB" noProof="0" dirty="0" err="1"/>
              <a:t>dia</a:t>
            </a:r>
            <a:r>
              <a:rPr lang="en-GB" noProof="0" dirty="0"/>
              <a:t> </a:t>
            </a:r>
            <a:r>
              <a:rPr lang="en-GB" noProof="0" dirty="0" err="1"/>
              <a:t>hier</a:t>
            </a:r>
            <a:endParaRPr lang="en-GB" noProof="0" dirty="0"/>
          </a:p>
        </p:txBody>
      </p:sp>
      <p:sp>
        <p:nvSpPr>
          <p:cNvPr id="5" name="Tijdelijke aanduiding voor datum 4">
            <a:extLst>
              <a:ext uri="{FF2B5EF4-FFF2-40B4-BE49-F238E27FC236}">
                <a16:creationId xmlns:a16="http://schemas.microsoft.com/office/drawing/2014/main" id="{C7D1E2F8-F305-455A-A232-070ECACFEF38}"/>
              </a:ext>
            </a:extLst>
          </p:cNvPr>
          <p:cNvSpPr>
            <a:spLocks noGrp="1"/>
          </p:cNvSpPr>
          <p:nvPr>
            <p:ph type="dt" sz="half" idx="10"/>
          </p:nvPr>
        </p:nvSpPr>
        <p:spPr/>
        <p:txBody>
          <a:bodyPr/>
          <a:lstStyle/>
          <a:p>
            <a:fld id="{731CD031-FC28-41D7-9493-FCE2B056A56B}" type="datetime4">
              <a:rPr lang="en-GB" noProof="0" smtClean="0"/>
              <a:t>9 december 2025</a:t>
            </a:fld>
            <a:endParaRPr lang="en-GB" noProof="0" dirty="0"/>
          </a:p>
        </p:txBody>
      </p:sp>
      <p:sp>
        <p:nvSpPr>
          <p:cNvPr id="6" name="Tijdelijke aanduiding voor voettekst 5">
            <a:extLst>
              <a:ext uri="{FF2B5EF4-FFF2-40B4-BE49-F238E27FC236}">
                <a16:creationId xmlns:a16="http://schemas.microsoft.com/office/drawing/2014/main" id="{5ECA1B3F-B0CE-4E52-8A54-A592DB4E6865}"/>
              </a:ext>
            </a:extLst>
          </p:cNvPr>
          <p:cNvSpPr>
            <a:spLocks noGrp="1"/>
          </p:cNvSpPr>
          <p:nvPr>
            <p:ph type="ftr" sz="quarter" idx="11"/>
          </p:nvPr>
        </p:nvSpPr>
        <p:spPr/>
        <p:txBody>
          <a:bodyPr/>
          <a:lstStyle/>
          <a:p>
            <a:endParaRPr lang="en-GB" noProof="0" dirty="0"/>
          </a:p>
        </p:txBody>
      </p:sp>
      <p:sp>
        <p:nvSpPr>
          <p:cNvPr id="7" name="Tijdelijke aanduiding voor dianummer 6">
            <a:extLst>
              <a:ext uri="{FF2B5EF4-FFF2-40B4-BE49-F238E27FC236}">
                <a16:creationId xmlns:a16="http://schemas.microsoft.com/office/drawing/2014/main" id="{40BC1625-D715-4562-B740-7E50B0B9030A}"/>
              </a:ext>
            </a:extLst>
          </p:cNvPr>
          <p:cNvSpPr>
            <a:spLocks noGrp="1"/>
          </p:cNvSpPr>
          <p:nvPr>
            <p:ph type="sldNum" sz="quarter" idx="12"/>
          </p:nvPr>
        </p:nvSpPr>
        <p:spPr/>
        <p:txBody>
          <a:bodyPr/>
          <a:lstStyle/>
          <a:p>
            <a:fld id="{D7B5DC5B-6873-43DB-ADC7-B15ACCE0DFDB}" type="slidenum">
              <a:rPr lang="en-GB" noProof="0" smtClean="0"/>
              <a:t>23</a:t>
            </a:fld>
            <a:endParaRPr lang="en-GB" noProof="0" dirty="0"/>
          </a:p>
        </p:txBody>
      </p:sp>
      <p:sp>
        <p:nvSpPr>
          <p:cNvPr id="8" name="Tijdelijke aanduiding voor tekst 7">
            <a:extLst>
              <a:ext uri="{FF2B5EF4-FFF2-40B4-BE49-F238E27FC236}">
                <a16:creationId xmlns:a16="http://schemas.microsoft.com/office/drawing/2014/main" id="{69C5B53D-4CA3-483A-9078-2CEBFBF3E17F}"/>
              </a:ext>
            </a:extLst>
          </p:cNvPr>
          <p:cNvSpPr>
            <a:spLocks noGrp="1"/>
          </p:cNvSpPr>
          <p:nvPr>
            <p:ph type="body" sz="quarter" idx="15"/>
          </p:nvPr>
        </p:nvSpPr>
        <p:spPr/>
        <p:txBody>
          <a:bodyPr/>
          <a:lstStyle/>
          <a:p>
            <a:r>
              <a:rPr lang="en-GB" noProof="0" dirty="0"/>
              <a:t> </a:t>
            </a:r>
          </a:p>
        </p:txBody>
      </p:sp>
      <p:sp>
        <p:nvSpPr>
          <p:cNvPr id="9" name="Tijdelijke aanduiding voor verticale tekst 8">
            <a:extLst>
              <a:ext uri="{FF2B5EF4-FFF2-40B4-BE49-F238E27FC236}">
                <a16:creationId xmlns:a16="http://schemas.microsoft.com/office/drawing/2014/main" id="{62776FE0-7030-4CE9-BC16-7C662E2571B8}"/>
              </a:ext>
            </a:extLst>
          </p:cNvPr>
          <p:cNvSpPr>
            <a:spLocks noGrp="1"/>
          </p:cNvSpPr>
          <p:nvPr>
            <p:ph type="body" orient="vert" idx="1"/>
          </p:nvPr>
        </p:nvSpPr>
        <p:spPr>
          <a:xfrm>
            <a:off x="515938" y="4930799"/>
            <a:ext cx="11160124" cy="874689"/>
          </a:xfrm>
        </p:spPr>
        <p:txBody>
          <a:bodyPr/>
          <a:lstStyle/>
          <a:p>
            <a:pPr lvl="3"/>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consectetuer</a:t>
            </a:r>
            <a:r>
              <a:rPr lang="en-GB" noProof="0" dirty="0"/>
              <a:t> </a:t>
            </a:r>
            <a:r>
              <a:rPr lang="en-GB" noProof="0" dirty="0" err="1"/>
              <a:t>adipiscing</a:t>
            </a:r>
            <a:r>
              <a:rPr lang="en-GB" noProof="0" dirty="0"/>
              <a:t> </a:t>
            </a:r>
            <a:r>
              <a:rPr lang="en-GB" noProof="0" dirty="0" err="1"/>
              <a:t>elit</a:t>
            </a:r>
            <a:r>
              <a:rPr lang="en-GB" noProof="0" dirty="0"/>
              <a:t>. Maecenas </a:t>
            </a:r>
            <a:r>
              <a:rPr lang="en-GB" noProof="0" dirty="0" err="1"/>
              <a:t>porttitor</a:t>
            </a:r>
            <a:r>
              <a:rPr lang="en-GB" noProof="0" dirty="0"/>
              <a:t> </a:t>
            </a:r>
            <a:r>
              <a:rPr lang="en-GB" noProof="0" dirty="0" err="1"/>
              <a:t>congue</a:t>
            </a:r>
            <a:r>
              <a:rPr lang="en-GB" noProof="0" dirty="0"/>
              <a:t> </a:t>
            </a:r>
            <a:r>
              <a:rPr lang="en-GB" noProof="0" dirty="0" err="1"/>
              <a:t>massa</a:t>
            </a:r>
            <a:r>
              <a:rPr lang="en-GB" noProof="0" dirty="0"/>
              <a:t>. </a:t>
            </a:r>
            <a:r>
              <a:rPr lang="en-GB" noProof="0" dirty="0" err="1"/>
              <a:t>Fusce</a:t>
            </a:r>
            <a:r>
              <a:rPr lang="en-GB" noProof="0" dirty="0"/>
              <a:t> </a:t>
            </a:r>
            <a:r>
              <a:rPr lang="en-GB" noProof="0" dirty="0" err="1"/>
              <a:t>posuere</a:t>
            </a:r>
            <a:r>
              <a:rPr lang="en-GB" noProof="0" dirty="0"/>
              <a:t>, magna </a:t>
            </a:r>
            <a:r>
              <a:rPr lang="en-GB" noProof="0" dirty="0" err="1"/>
              <a:t>sed</a:t>
            </a:r>
            <a:r>
              <a:rPr lang="en-GB" noProof="0" dirty="0"/>
              <a:t> pulvinar </a:t>
            </a:r>
            <a:r>
              <a:rPr lang="en-GB" noProof="0" dirty="0" err="1"/>
              <a:t>ultricies</a:t>
            </a:r>
            <a:r>
              <a:rPr lang="en-GB" noProof="0" dirty="0"/>
              <a:t>, </a:t>
            </a:r>
            <a:r>
              <a:rPr lang="en-GB" noProof="0" dirty="0" err="1"/>
              <a:t>purus</a:t>
            </a:r>
            <a:r>
              <a:rPr lang="en-GB" noProof="0" dirty="0"/>
              <a:t> </a:t>
            </a:r>
            <a:r>
              <a:rPr lang="en-GB" noProof="0" dirty="0" err="1"/>
              <a:t>lectus</a:t>
            </a:r>
            <a:r>
              <a:rPr lang="en-GB" noProof="0" dirty="0"/>
              <a:t> </a:t>
            </a:r>
            <a:r>
              <a:rPr lang="en-GB" noProof="0" dirty="0" err="1"/>
              <a:t>malesuada</a:t>
            </a:r>
            <a:r>
              <a:rPr lang="en-GB" noProof="0" dirty="0"/>
              <a:t> libero, sit </a:t>
            </a:r>
            <a:r>
              <a:rPr lang="en-GB" noProof="0" dirty="0" err="1"/>
              <a:t>amet</a:t>
            </a:r>
            <a:r>
              <a:rPr lang="en-GB" noProof="0" dirty="0"/>
              <a:t> </a:t>
            </a:r>
            <a:r>
              <a:rPr lang="en-GB" noProof="0" dirty="0" err="1"/>
              <a:t>commodo</a:t>
            </a:r>
            <a:r>
              <a:rPr lang="en-GB" noProof="0" dirty="0"/>
              <a:t> magna eros </a:t>
            </a:r>
            <a:r>
              <a:rPr lang="en-GB" noProof="0" dirty="0" err="1"/>
              <a:t>quis</a:t>
            </a:r>
            <a:r>
              <a:rPr lang="en-GB" noProof="0" dirty="0"/>
              <a:t> </a:t>
            </a:r>
            <a:r>
              <a:rPr lang="en-GB" noProof="0" dirty="0" err="1"/>
              <a:t>urna</a:t>
            </a:r>
            <a:r>
              <a:rPr lang="en-GB" noProof="0" dirty="0"/>
              <a:t>. Nunc </a:t>
            </a:r>
            <a:r>
              <a:rPr lang="en-GB" noProof="0" dirty="0" err="1"/>
              <a:t>viverra</a:t>
            </a:r>
            <a:r>
              <a:rPr lang="en-GB" noProof="0" dirty="0"/>
              <a:t> </a:t>
            </a:r>
            <a:r>
              <a:rPr lang="en-GB" noProof="0" dirty="0" err="1"/>
              <a:t>imperdiet</a:t>
            </a:r>
            <a:r>
              <a:rPr lang="en-GB" noProof="0" dirty="0"/>
              <a:t> </a:t>
            </a:r>
            <a:r>
              <a:rPr lang="en-GB" noProof="0" dirty="0" err="1"/>
              <a:t>enim</a:t>
            </a:r>
            <a:r>
              <a:rPr lang="en-GB" noProof="0" dirty="0"/>
              <a:t>. </a:t>
            </a:r>
            <a:r>
              <a:rPr lang="en-GB" noProof="0" dirty="0" err="1"/>
              <a:t>Fusce</a:t>
            </a:r>
            <a:r>
              <a:rPr lang="en-GB" noProof="0" dirty="0"/>
              <a:t> est. </a:t>
            </a:r>
            <a:r>
              <a:rPr lang="en-GB" noProof="0" dirty="0" err="1"/>
              <a:t>Vivamus</a:t>
            </a:r>
            <a:r>
              <a:rPr lang="en-GB" noProof="0" dirty="0"/>
              <a:t> a </a:t>
            </a:r>
            <a:r>
              <a:rPr lang="en-GB" noProof="0" dirty="0" err="1"/>
              <a:t>tellus</a:t>
            </a:r>
            <a:r>
              <a:rPr lang="en-GB" noProof="0" dirty="0"/>
              <a:t>. </a:t>
            </a:r>
            <a:r>
              <a:rPr lang="en-GB" noProof="0" dirty="0" err="1"/>
              <a:t>Pellentesque</a:t>
            </a:r>
            <a:r>
              <a:rPr lang="en-GB" noProof="0" dirty="0"/>
              <a:t> habitant </a:t>
            </a:r>
            <a:r>
              <a:rPr lang="en-GB" noProof="0" dirty="0" err="1"/>
              <a:t>morbi</a:t>
            </a:r>
            <a:r>
              <a:rPr lang="en-GB" noProof="0" dirty="0"/>
              <a:t> </a:t>
            </a:r>
            <a:r>
              <a:rPr lang="en-GB" noProof="0" dirty="0" err="1"/>
              <a:t>tristique</a:t>
            </a:r>
            <a:r>
              <a:rPr lang="en-GB" noProof="0" dirty="0"/>
              <a:t> </a:t>
            </a:r>
            <a:r>
              <a:rPr lang="en-GB" noProof="0" dirty="0" err="1"/>
              <a:t>senectus</a:t>
            </a:r>
            <a:r>
              <a:rPr lang="en-GB" noProof="0" dirty="0"/>
              <a:t> et </a:t>
            </a:r>
            <a:r>
              <a:rPr lang="en-GB" noProof="0" dirty="0" err="1"/>
              <a:t>netus</a:t>
            </a:r>
            <a:r>
              <a:rPr lang="en-GB" noProof="0" dirty="0"/>
              <a:t> et </a:t>
            </a:r>
            <a:r>
              <a:rPr lang="en-GB" noProof="0" dirty="0" err="1"/>
              <a:t>malesuada</a:t>
            </a:r>
            <a:r>
              <a:rPr lang="en-GB" noProof="0" dirty="0"/>
              <a:t> fames ac </a:t>
            </a:r>
            <a:r>
              <a:rPr lang="en-GB" noProof="0" dirty="0" err="1"/>
              <a:t>turpis</a:t>
            </a:r>
            <a:r>
              <a:rPr lang="en-GB" noProof="0" dirty="0"/>
              <a:t> </a:t>
            </a:r>
            <a:r>
              <a:rPr lang="en-GB" noProof="0" dirty="0" err="1"/>
              <a:t>egestas</a:t>
            </a:r>
            <a:r>
              <a:rPr lang="en-GB" noProof="0" dirty="0"/>
              <a:t>. Proin pharetra </a:t>
            </a:r>
            <a:r>
              <a:rPr lang="en-GB" noProof="0" dirty="0" err="1"/>
              <a:t>nonummy</a:t>
            </a:r>
            <a:r>
              <a:rPr lang="en-GB" noProof="0" dirty="0"/>
              <a:t> </a:t>
            </a:r>
            <a:r>
              <a:rPr lang="en-GB" noProof="0" dirty="0" err="1"/>
              <a:t>pede</a:t>
            </a:r>
            <a:r>
              <a:rPr lang="en-GB" noProof="0" dirty="0"/>
              <a:t>. Mauris et </a:t>
            </a:r>
            <a:r>
              <a:rPr lang="en-GB" noProof="0" dirty="0" err="1"/>
              <a:t>orci</a:t>
            </a:r>
            <a:r>
              <a:rPr lang="en-GB" noProof="0" dirty="0"/>
              <a:t>.</a:t>
            </a:r>
          </a:p>
        </p:txBody>
      </p:sp>
      <p:sp>
        <p:nvSpPr>
          <p:cNvPr id="10" name="Tijdelijke aanduiding voor afbeelding 9">
            <a:extLst>
              <a:ext uri="{FF2B5EF4-FFF2-40B4-BE49-F238E27FC236}">
                <a16:creationId xmlns:a16="http://schemas.microsoft.com/office/drawing/2014/main" id="{09E0F61D-83DA-4056-A3BB-F293153FC12C}"/>
              </a:ext>
            </a:extLst>
          </p:cNvPr>
          <p:cNvSpPr>
            <a:spLocks noGrp="1"/>
          </p:cNvSpPr>
          <p:nvPr>
            <p:ph type="pic" sz="quarter" idx="13"/>
          </p:nvPr>
        </p:nvSpPr>
        <p:spPr/>
        <p:txBody>
          <a:bodyPr/>
          <a:lstStyle/>
          <a:p>
            <a:endParaRPr lang="en-GB" noProof="0" dirty="0"/>
          </a:p>
        </p:txBody>
      </p:sp>
    </p:spTree>
    <p:extLst>
      <p:ext uri="{BB962C8B-B14F-4D97-AF65-F5344CB8AC3E}">
        <p14:creationId xmlns:p14="http://schemas.microsoft.com/office/powerpoint/2010/main" val="17145560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PRESENTATIE">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STRUCTIES)">
  <a:themeElements>
    <a:clrScheme name="PPT Solutions Branding">
      <a:dk1>
        <a:sysClr val="windowText" lastClr="000000"/>
      </a:dk1>
      <a:lt1>
        <a:sysClr val="window" lastClr="FFFFFF"/>
      </a:lt1>
      <a:dk2>
        <a:srgbClr val="9D9FA1"/>
      </a:dk2>
      <a:lt2>
        <a:srgbClr val="DADADA"/>
      </a:lt2>
      <a:accent1>
        <a:srgbClr val="211F26"/>
      </a:accent1>
      <a:accent2>
        <a:srgbClr val="18161C"/>
      </a:accent2>
      <a:accent3>
        <a:srgbClr val="36333E"/>
      </a:accent3>
      <a:accent4>
        <a:srgbClr val="DADADA"/>
      </a:accent4>
      <a:accent5>
        <a:srgbClr val="9D9FA1"/>
      </a:accent5>
      <a:accent6>
        <a:srgbClr val="1FF524"/>
      </a:accent6>
      <a:hlink>
        <a:srgbClr val="1FF524"/>
      </a:hlink>
      <a:folHlink>
        <a:srgbClr val="211F26"/>
      </a:folHlink>
    </a:clrScheme>
    <a:fontScheme name="PPT Solutions Branding">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defPPr algn="ctr">
          <a:lnSpc>
            <a:spcPct val="90000"/>
          </a:lnSpc>
          <a:spcBef>
            <a:spcPts val="600"/>
          </a:spcBef>
          <a:spcAft>
            <a:spcPts val="600"/>
          </a:spcAft>
          <a:defRPr sz="1600" cap="all" baseline="0"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1400"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11060</TotalTime>
  <Words>925</Words>
  <Application>Microsoft Macintosh PowerPoint</Application>
  <PresentationFormat>Widescreen</PresentationFormat>
  <Paragraphs>267</Paragraphs>
  <Slides>23</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Arial</vt:lpstr>
      <vt:lpstr>Calibri</vt:lpstr>
      <vt:lpstr>Calibri Light</vt:lpstr>
      <vt:lpstr>Segoe UI</vt:lpstr>
      <vt:lpstr>Segoe UI Black</vt:lpstr>
      <vt:lpstr>Segoe UI Light</vt:lpstr>
      <vt:lpstr>Times New Roman</vt:lpstr>
      <vt:lpstr>PRESENTATIE</vt:lpstr>
      <vt:lpstr>(INSTRUCTIES)</vt:lpstr>
      <vt:lpstr>Corporate Bankruptcy Prediction</vt:lpstr>
      <vt:lpstr>Aim/ Introduction</vt:lpstr>
      <vt:lpstr>Hypotheses</vt:lpstr>
      <vt:lpstr>Data </vt:lpstr>
      <vt:lpstr>Models</vt:lpstr>
      <vt:lpstr>Evaluation metrics</vt:lpstr>
      <vt:lpstr>Initial testing</vt:lpstr>
      <vt:lpstr>Model comparison</vt:lpstr>
      <vt:lpstr>Implementing improvements</vt:lpstr>
      <vt:lpstr>Model comparison</vt:lpstr>
      <vt:lpstr>Feature importance</vt:lpstr>
      <vt:lpstr>Firm size analysis</vt:lpstr>
      <vt:lpstr>Variance analysis</vt:lpstr>
      <vt:lpstr>Plaats hier de titel van de dia</vt:lpstr>
      <vt:lpstr>PowerPoint Presentation</vt:lpstr>
      <vt:lpstr>Plaats de titel van de dia hier</vt:lpstr>
      <vt:lpstr>Plaats de titel van de dia hier</vt:lpstr>
      <vt:lpstr>Plaats de titel van de dia hier</vt:lpstr>
      <vt:lpstr>Even voorstellen</vt:lpstr>
      <vt:lpstr>Plaats de titel van de dia hier</vt:lpstr>
      <vt:lpstr>Plaats de titel van de dia hier</vt:lpstr>
      <vt:lpstr>Plaats de titel van de dia hier</vt:lpstr>
      <vt:lpstr>Plaats de titel van de dia hier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Vincent Smekens</cp:lastModifiedBy>
  <cp:revision>75</cp:revision>
  <dcterms:created xsi:type="dcterms:W3CDTF">2018-03-15T13:05:51Z</dcterms:created>
  <dcterms:modified xsi:type="dcterms:W3CDTF">2025-12-09T17:06:11Z</dcterms:modified>
</cp:coreProperties>
</file>